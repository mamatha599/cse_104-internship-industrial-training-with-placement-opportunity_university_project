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7"/>
  </p:notesMasterIdLst>
  <p:sldIdLst>
    <p:sldId id="259" r:id="rId2"/>
    <p:sldId id="270" r:id="rId3"/>
    <p:sldId id="262" r:id="rId4"/>
    <p:sldId id="263" r:id="rId5"/>
    <p:sldId id="264" r:id="rId6"/>
    <p:sldId id="265" r:id="rId7"/>
    <p:sldId id="271" r:id="rId8"/>
    <p:sldId id="272" r:id="rId9"/>
    <p:sldId id="273" r:id="rId10"/>
    <p:sldId id="274" r:id="rId11"/>
    <p:sldId id="275" r:id="rId12"/>
    <p:sldId id="266" r:id="rId13"/>
    <p:sldId id="267" r:id="rId14"/>
    <p:sldId id="268" r:id="rId15"/>
    <p:sldId id="269"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2048" autoAdjust="0"/>
    <p:restoredTop sz="94660"/>
  </p:normalViewPr>
  <p:slideViewPr>
    <p:cSldViewPr snapToGrid="0">
      <p:cViewPr varScale="1">
        <p:scale>
          <a:sx n="78" d="100"/>
          <a:sy n="78" d="100"/>
        </p:scale>
        <p:origin x="557"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5751524B-FB67-4894-A0C5-35151E149D68}" type="doc">
      <dgm:prSet loTypeId="urn:microsoft.com/office/officeart/2005/8/layout/process3" loCatId="process" qsTypeId="urn:microsoft.com/office/officeart/2005/8/quickstyle/simple1" qsCatId="simple" csTypeId="urn:microsoft.com/office/officeart/2005/8/colors/colorful1" csCatId="colorful" phldr="1"/>
      <dgm:spPr/>
      <dgm:t>
        <a:bodyPr/>
        <a:lstStyle/>
        <a:p>
          <a:endParaRPr lang="en-US"/>
        </a:p>
      </dgm:t>
    </dgm:pt>
    <dgm:pt modelId="{988D96B0-D16E-4763-B393-84178CF4FF50}">
      <dgm:prSet phldrT="[Text]"/>
      <dgm:spPr/>
      <dgm:t>
        <a:bodyPr/>
        <a:lstStyle/>
        <a:p>
          <a:r>
            <a:rPr lang="en-US" dirty="0">
              <a:latin typeface="Times New Roman" panose="02020603050405020304" pitchFamily="18" charset="0"/>
              <a:cs typeface="Times New Roman" panose="02020603050405020304" pitchFamily="18" charset="0"/>
            </a:rPr>
            <a:t>Review 1</a:t>
          </a:r>
        </a:p>
      </dgm:t>
    </dgm:pt>
    <dgm:pt modelId="{080A6B9D-C27D-4227-AC65-3C97878D78C4}" type="parTrans" cxnId="{8CB593F6-6C5D-4606-B959-3E27F9872EC1}">
      <dgm:prSet/>
      <dgm:spPr/>
      <dgm:t>
        <a:bodyPr/>
        <a:lstStyle/>
        <a:p>
          <a:endParaRPr lang="en-US"/>
        </a:p>
      </dgm:t>
    </dgm:pt>
    <dgm:pt modelId="{19B27CEC-4BAD-44A7-A9A7-B7A8B23ADCFD}" type="sibTrans" cxnId="{8CB593F6-6C5D-4606-B959-3E27F9872EC1}">
      <dgm:prSet/>
      <dgm:spPr/>
      <dgm:t>
        <a:bodyPr/>
        <a:lstStyle/>
        <a:p>
          <a:endParaRPr lang="en-US">
            <a:latin typeface="Times New Roman" panose="02020603050405020304" pitchFamily="18" charset="0"/>
            <a:cs typeface="Times New Roman" panose="02020603050405020304" pitchFamily="18" charset="0"/>
          </a:endParaRPr>
        </a:p>
      </dgm:t>
    </dgm:pt>
    <dgm:pt modelId="{D471E45F-B026-44AA-9616-57E786AE80AF}">
      <dgm:prSet phldrT="[Text]"/>
      <dgm:spPr/>
      <dgm:t>
        <a:bodyPr/>
        <a:lstStyle/>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Identified problem and project scope</a:t>
          </a:r>
        </a:p>
      </dgm:t>
    </dgm:pt>
    <dgm:pt modelId="{326A986D-69A4-4AC0-AD9B-462FFC9C3F18}" type="parTrans" cxnId="{AEE28BEF-3F73-41A5-9307-D42A450FCA17}">
      <dgm:prSet/>
      <dgm:spPr/>
      <dgm:t>
        <a:bodyPr/>
        <a:lstStyle/>
        <a:p>
          <a:endParaRPr lang="en-US"/>
        </a:p>
      </dgm:t>
    </dgm:pt>
    <dgm:pt modelId="{304E70AD-39C7-4C28-BF7B-6EE91BAE97B7}" type="sibTrans" cxnId="{AEE28BEF-3F73-41A5-9307-D42A450FCA17}">
      <dgm:prSet/>
      <dgm:spPr/>
      <dgm:t>
        <a:bodyPr/>
        <a:lstStyle/>
        <a:p>
          <a:endParaRPr lang="en-US"/>
        </a:p>
      </dgm:t>
    </dgm:pt>
    <dgm:pt modelId="{7B3055AA-BF7C-46D0-9A9E-60087B9F57B4}">
      <dgm:prSet phldrT="[Text]"/>
      <dgm:spPr/>
      <dgm:t>
        <a:bodyPr/>
        <a:lstStyle/>
        <a:p>
          <a:r>
            <a:rPr lang="en-US" dirty="0">
              <a:latin typeface="Times New Roman" panose="02020603050405020304" pitchFamily="18" charset="0"/>
              <a:cs typeface="Times New Roman" panose="02020603050405020304" pitchFamily="18" charset="0"/>
            </a:rPr>
            <a:t>Review 2</a:t>
          </a:r>
        </a:p>
      </dgm:t>
    </dgm:pt>
    <dgm:pt modelId="{F772EF41-D2BB-4368-8327-B4E332165F48}" type="parTrans" cxnId="{6C7D4BBB-EED6-4011-9FBC-87F683D5B245}">
      <dgm:prSet/>
      <dgm:spPr/>
      <dgm:t>
        <a:bodyPr/>
        <a:lstStyle/>
        <a:p>
          <a:endParaRPr lang="en-US"/>
        </a:p>
      </dgm:t>
    </dgm:pt>
    <dgm:pt modelId="{B81593E2-4CAC-4783-8D2D-E9DDD236A942}" type="sibTrans" cxnId="{6C7D4BBB-EED6-4011-9FBC-87F683D5B245}">
      <dgm:prSet/>
      <dgm:spPr/>
      <dgm:t>
        <a:bodyPr/>
        <a:lstStyle/>
        <a:p>
          <a:endParaRPr lang="en-US">
            <a:latin typeface="Times New Roman" panose="02020603050405020304" pitchFamily="18" charset="0"/>
            <a:cs typeface="Times New Roman" panose="02020603050405020304" pitchFamily="18" charset="0"/>
          </a:endParaRPr>
        </a:p>
      </dgm:t>
    </dgm:pt>
    <dgm:pt modelId="{9FED87C4-3F3B-4A18-9185-9F80CFEDEA2E}">
      <dgm:prSet phldrT="[Text]"/>
      <dgm:spPr/>
      <dgm:t>
        <a:bodyPr/>
        <a:lstStyle/>
        <a:p>
          <a:pPr>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Conducted detailed literature survey</a:t>
          </a:r>
          <a:endParaRPr lang="en-US" dirty="0">
            <a:latin typeface="Times New Roman" panose="02020603050405020304" pitchFamily="18" charset="0"/>
            <a:cs typeface="Times New Roman" panose="02020603050405020304" pitchFamily="18" charset="0"/>
          </a:endParaRPr>
        </a:p>
      </dgm:t>
    </dgm:pt>
    <dgm:pt modelId="{669F5586-1E47-4A85-AA72-0E435BABD665}" type="parTrans" cxnId="{27611794-B6EF-4593-A560-02BF7692DC5A}">
      <dgm:prSet/>
      <dgm:spPr/>
      <dgm:t>
        <a:bodyPr/>
        <a:lstStyle/>
        <a:p>
          <a:endParaRPr lang="en-US"/>
        </a:p>
      </dgm:t>
    </dgm:pt>
    <dgm:pt modelId="{AD0D1882-5210-4A49-9875-4AAC43595580}" type="sibTrans" cxnId="{27611794-B6EF-4593-A560-02BF7692DC5A}">
      <dgm:prSet/>
      <dgm:spPr/>
      <dgm:t>
        <a:bodyPr/>
        <a:lstStyle/>
        <a:p>
          <a:endParaRPr lang="en-US"/>
        </a:p>
      </dgm:t>
    </dgm:pt>
    <dgm:pt modelId="{A59EC69B-8F3F-425B-819F-E8C557946AEE}">
      <dgm:prSet phldrT="[Text]"/>
      <dgm:spPr/>
      <dgm:t>
        <a:bodyPr/>
        <a:lstStyle/>
        <a:p>
          <a:r>
            <a:rPr lang="en-US" dirty="0">
              <a:latin typeface="Times New Roman" panose="02020603050405020304" pitchFamily="18" charset="0"/>
              <a:cs typeface="Times New Roman" panose="02020603050405020304" pitchFamily="18" charset="0"/>
            </a:rPr>
            <a:t>Review 3</a:t>
          </a:r>
        </a:p>
      </dgm:t>
    </dgm:pt>
    <dgm:pt modelId="{0095C3CB-916F-4060-A8DA-DD282FB51587}" type="parTrans" cxnId="{D1BA1DD0-A52A-47BF-962D-9810C87E1576}">
      <dgm:prSet/>
      <dgm:spPr/>
      <dgm:t>
        <a:bodyPr/>
        <a:lstStyle/>
        <a:p>
          <a:endParaRPr lang="en-US"/>
        </a:p>
      </dgm:t>
    </dgm:pt>
    <dgm:pt modelId="{2868AD8D-4E38-46CE-A972-709857BF40AC}" type="sibTrans" cxnId="{D1BA1DD0-A52A-47BF-962D-9810C87E1576}">
      <dgm:prSet/>
      <dgm:spPr/>
      <dgm:t>
        <a:bodyPr/>
        <a:lstStyle/>
        <a:p>
          <a:endParaRPr lang="en-US">
            <a:latin typeface="Times New Roman" panose="02020603050405020304" pitchFamily="18" charset="0"/>
            <a:cs typeface="Times New Roman" panose="02020603050405020304" pitchFamily="18" charset="0"/>
          </a:endParaRPr>
        </a:p>
      </dgm:t>
    </dgm:pt>
    <dgm:pt modelId="{73DB572E-062D-41AD-8033-D361B8E583DB}">
      <dgm:prSet phldrT="[Text]" phldr="1"/>
      <dgm:spPr/>
      <dgm:t>
        <a:bodyPr/>
        <a:lstStyle/>
        <a:p>
          <a:endParaRPr lang="en-US" dirty="0">
            <a:latin typeface="Times New Roman" panose="02020603050405020304" pitchFamily="18" charset="0"/>
            <a:cs typeface="Times New Roman" panose="02020603050405020304" pitchFamily="18" charset="0"/>
          </a:endParaRPr>
        </a:p>
      </dgm:t>
    </dgm:pt>
    <dgm:pt modelId="{75D01B62-D132-48B8-9D06-D0A551A21107}" type="parTrans" cxnId="{AA17007A-110D-43AE-B6F2-DF2DF885F2E2}">
      <dgm:prSet/>
      <dgm:spPr/>
      <dgm:t>
        <a:bodyPr/>
        <a:lstStyle/>
        <a:p>
          <a:endParaRPr lang="en-US"/>
        </a:p>
      </dgm:t>
    </dgm:pt>
    <dgm:pt modelId="{98BDB650-3386-4D3D-8E80-609010499291}" type="sibTrans" cxnId="{AA17007A-110D-43AE-B6F2-DF2DF885F2E2}">
      <dgm:prSet/>
      <dgm:spPr/>
      <dgm:t>
        <a:bodyPr/>
        <a:lstStyle/>
        <a:p>
          <a:endParaRPr lang="en-US"/>
        </a:p>
      </dgm:t>
    </dgm:pt>
    <dgm:pt modelId="{5E92505A-51E0-4F78-B3C5-704ACF8710DE}">
      <dgm:prSet phldrT="[Text]"/>
      <dgm:spPr/>
      <dgm:t>
        <a:bodyPr/>
        <a:lstStyle/>
        <a:p>
          <a:r>
            <a:rPr lang="en-US" dirty="0">
              <a:latin typeface="Times New Roman" panose="02020603050405020304" pitchFamily="18" charset="0"/>
              <a:cs typeface="Times New Roman" panose="02020603050405020304" pitchFamily="18" charset="0"/>
            </a:rPr>
            <a:t>Review 4</a:t>
          </a:r>
        </a:p>
      </dgm:t>
    </dgm:pt>
    <dgm:pt modelId="{765B1266-7CE2-4F9C-AE38-D97DFBC1B151}" type="parTrans" cxnId="{DA8CD5E8-B2EE-41E4-8EC6-CFB41D688F68}">
      <dgm:prSet/>
      <dgm:spPr/>
      <dgm:t>
        <a:bodyPr/>
        <a:lstStyle/>
        <a:p>
          <a:endParaRPr lang="en-US"/>
        </a:p>
      </dgm:t>
    </dgm:pt>
    <dgm:pt modelId="{5E9E6A6F-635A-4791-A107-01E95B62EA08}" type="sibTrans" cxnId="{DA8CD5E8-B2EE-41E4-8EC6-CFB41D688F68}">
      <dgm:prSet/>
      <dgm:spPr/>
      <dgm:t>
        <a:bodyPr/>
        <a:lstStyle/>
        <a:p>
          <a:endParaRPr lang="en-US">
            <a:latin typeface="Times New Roman" panose="02020603050405020304" pitchFamily="18" charset="0"/>
            <a:cs typeface="Times New Roman" panose="02020603050405020304" pitchFamily="18" charset="0"/>
          </a:endParaRPr>
        </a:p>
      </dgm:t>
    </dgm:pt>
    <dgm:pt modelId="{65C051F6-A849-4495-A964-CD4C650B9C06}">
      <dgm:prSet phldrT="[Text]"/>
      <dgm:spPr/>
      <dgm:t>
        <a:bodyPr/>
        <a:lstStyle/>
        <a:p>
          <a:r>
            <a:rPr lang="en-US" dirty="0">
              <a:latin typeface="Times New Roman" panose="02020603050405020304" pitchFamily="18" charset="0"/>
              <a:cs typeface="Times New Roman" panose="02020603050405020304" pitchFamily="18" charset="0"/>
            </a:rPr>
            <a:t>Final Review</a:t>
          </a:r>
        </a:p>
      </dgm:t>
    </dgm:pt>
    <dgm:pt modelId="{C24738E5-1547-4D8D-A2CE-64D703ECDF78}" type="parTrans" cxnId="{521FD508-C5FD-4804-AFDC-D1FF9945B211}">
      <dgm:prSet/>
      <dgm:spPr/>
      <dgm:t>
        <a:bodyPr/>
        <a:lstStyle/>
        <a:p>
          <a:endParaRPr lang="en-US"/>
        </a:p>
      </dgm:t>
    </dgm:pt>
    <dgm:pt modelId="{196A2EB9-DD96-4630-B699-7AF000340374}" type="sibTrans" cxnId="{521FD508-C5FD-4804-AFDC-D1FF9945B211}">
      <dgm:prSet/>
      <dgm:spPr/>
      <dgm:t>
        <a:bodyPr/>
        <a:lstStyle/>
        <a:p>
          <a:endParaRPr lang="en-US"/>
        </a:p>
      </dgm:t>
    </dgm:pt>
    <dgm:pt modelId="{109213F3-609F-4B63-BD18-439395A4EA82}">
      <dgm:prSet/>
      <dgm:spPr/>
      <dgm:t>
        <a:bodyPr/>
        <a:lstStyle/>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Studied existing systems and drawbacks</a:t>
          </a:r>
        </a:p>
      </dgm:t>
    </dgm:pt>
    <dgm:pt modelId="{59FEB6CC-5967-4CD6-A994-44289F83DFBF}" type="parTrans" cxnId="{AA9959AC-655E-4A6E-9A88-25B7862E98ED}">
      <dgm:prSet/>
      <dgm:spPr/>
      <dgm:t>
        <a:bodyPr/>
        <a:lstStyle/>
        <a:p>
          <a:endParaRPr lang="en-IN"/>
        </a:p>
      </dgm:t>
    </dgm:pt>
    <dgm:pt modelId="{68914208-4484-45E6-A042-356478E1259D}" type="sibTrans" cxnId="{AA9959AC-655E-4A6E-9A88-25B7862E98ED}">
      <dgm:prSet/>
      <dgm:spPr/>
      <dgm:t>
        <a:bodyPr/>
        <a:lstStyle/>
        <a:p>
          <a:endParaRPr lang="en-IN"/>
        </a:p>
      </dgm:t>
    </dgm:pt>
    <dgm:pt modelId="{E83E1A1A-AA1B-4CF2-9558-70FB5D588E2D}">
      <dgm:prSet/>
      <dgm:spPr/>
      <dgm:t>
        <a:bodyPr/>
        <a:lstStyle/>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Defined objectives and solution approach</a:t>
          </a:r>
        </a:p>
      </dgm:t>
    </dgm:pt>
    <dgm:pt modelId="{99CA4ECC-AAC2-4CB3-B13B-CDD240761C29}" type="parTrans" cxnId="{AECFD5D6-9785-403A-8E80-44EB3312DFFE}">
      <dgm:prSet/>
      <dgm:spPr/>
      <dgm:t>
        <a:bodyPr/>
        <a:lstStyle/>
        <a:p>
          <a:endParaRPr lang="en-IN"/>
        </a:p>
      </dgm:t>
    </dgm:pt>
    <dgm:pt modelId="{53CDDE3F-BB3C-4347-B821-48CCD3CB9FE9}" type="sibTrans" cxnId="{AECFD5D6-9785-403A-8E80-44EB3312DFFE}">
      <dgm:prSet/>
      <dgm:spPr/>
      <dgm:t>
        <a:bodyPr/>
        <a:lstStyle/>
        <a:p>
          <a:endParaRPr lang="en-IN"/>
        </a:p>
      </dgm:t>
    </dgm:pt>
    <dgm:pt modelId="{1F979E07-3677-4709-8C9A-3EED67C61E85}">
      <dgm:prSet/>
      <dgm:spPr/>
      <dgm:t>
        <a:bodyPr/>
        <a:lstStyle/>
        <a:p>
          <a:pPr>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Selected technology stack</a:t>
          </a:r>
        </a:p>
      </dgm:t>
    </dgm:pt>
    <dgm:pt modelId="{21157541-7EAE-48C2-B81F-BEAFD3C828CC}" type="parTrans" cxnId="{8E689D33-EEE3-4471-BD8C-19879714918F}">
      <dgm:prSet/>
      <dgm:spPr/>
      <dgm:t>
        <a:bodyPr/>
        <a:lstStyle/>
        <a:p>
          <a:endParaRPr lang="en-IN"/>
        </a:p>
      </dgm:t>
    </dgm:pt>
    <dgm:pt modelId="{5B507113-A96F-4DE5-B6FB-B7D3D7D93238}" type="sibTrans" cxnId="{8E689D33-EEE3-4471-BD8C-19879714918F}">
      <dgm:prSet/>
      <dgm:spPr/>
      <dgm:t>
        <a:bodyPr/>
        <a:lstStyle/>
        <a:p>
          <a:endParaRPr lang="en-IN"/>
        </a:p>
      </dgm:t>
    </dgm:pt>
    <dgm:pt modelId="{42310FE8-B418-4CE0-BD15-8167B2C611A9}">
      <dgm:prSet/>
      <dgm:spPr/>
      <dgm:t>
        <a:bodyPr/>
        <a:lstStyle/>
        <a:p>
          <a:pPr>
            <a:buNone/>
          </a:pPr>
          <a:endParaRPr lang="en-IN" dirty="0">
            <a:latin typeface="Times New Roman" panose="02020603050405020304" pitchFamily="18" charset="0"/>
            <a:cs typeface="Times New Roman" panose="02020603050405020304" pitchFamily="18" charset="0"/>
          </a:endParaRPr>
        </a:p>
      </dgm:t>
    </dgm:pt>
    <dgm:pt modelId="{B3830DCA-8D7B-4904-A6C6-55710C83CC20}" type="parTrans" cxnId="{F2178AB6-B5B1-4DA8-8835-BA9C70D57CE8}">
      <dgm:prSet/>
      <dgm:spPr/>
      <dgm:t>
        <a:bodyPr/>
        <a:lstStyle/>
        <a:p>
          <a:endParaRPr lang="en-IN"/>
        </a:p>
      </dgm:t>
    </dgm:pt>
    <dgm:pt modelId="{2F733FFC-743D-4EEE-B2A9-2DD746E19DB2}" type="sibTrans" cxnId="{F2178AB6-B5B1-4DA8-8835-BA9C70D57CE8}">
      <dgm:prSet/>
      <dgm:spPr/>
      <dgm:t>
        <a:bodyPr/>
        <a:lstStyle/>
        <a:p>
          <a:endParaRPr lang="en-IN"/>
        </a:p>
      </dgm:t>
    </dgm:pt>
    <dgm:pt modelId="{34F5D08A-B2CD-4C89-9684-C86F4C5D2526}">
      <dgm:prSet/>
      <dgm:spPr/>
      <dgm:t>
        <a:bodyPr/>
        <a:lstStyle/>
        <a:p>
          <a:pPr>
            <a:buFont typeface="Arial" panose="020B0604020202020204" pitchFamily="34" charset="0"/>
            <a:buChar char="•"/>
          </a:pPr>
          <a:endParaRPr lang="en-IN" dirty="0">
            <a:latin typeface="Times New Roman" panose="02020603050405020304" pitchFamily="18" charset="0"/>
            <a:cs typeface="Times New Roman" panose="02020603050405020304" pitchFamily="18" charset="0"/>
          </a:endParaRPr>
        </a:p>
      </dgm:t>
    </dgm:pt>
    <dgm:pt modelId="{67FAAEE9-81F5-41EC-B2C6-E644E20BEA73}" type="parTrans" cxnId="{8046AFD2-24FB-4BC3-99A1-6929D1051FC3}">
      <dgm:prSet/>
      <dgm:spPr/>
      <dgm:t>
        <a:bodyPr/>
        <a:lstStyle/>
        <a:p>
          <a:endParaRPr lang="en-IN"/>
        </a:p>
      </dgm:t>
    </dgm:pt>
    <dgm:pt modelId="{DF8E3EDF-A6F4-4F00-960A-5B4FF898D688}" type="sibTrans" cxnId="{8046AFD2-24FB-4BC3-99A1-6929D1051FC3}">
      <dgm:prSet/>
      <dgm:spPr/>
      <dgm:t>
        <a:bodyPr/>
        <a:lstStyle/>
        <a:p>
          <a:endParaRPr lang="en-IN"/>
        </a:p>
      </dgm:t>
    </dgm:pt>
    <dgm:pt modelId="{4E082FF0-F174-40D4-B690-C5BB74FD9C70}">
      <dgm:prSet/>
      <dgm:spPr/>
      <dgm:t>
        <a:bodyPr/>
        <a:lstStyle/>
        <a:p>
          <a:pPr>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Identified research gaps</a:t>
          </a:r>
        </a:p>
      </dgm:t>
    </dgm:pt>
    <dgm:pt modelId="{A49DF2F1-D99D-4E80-8F98-5B3B4DD0F1BC}" type="parTrans" cxnId="{68C7535A-A564-495E-A849-4F8380232546}">
      <dgm:prSet/>
      <dgm:spPr/>
      <dgm:t>
        <a:bodyPr/>
        <a:lstStyle/>
        <a:p>
          <a:endParaRPr lang="en-IN"/>
        </a:p>
      </dgm:t>
    </dgm:pt>
    <dgm:pt modelId="{D40AD68F-240F-4A84-AF48-8724981F3502}" type="sibTrans" cxnId="{68C7535A-A564-495E-A849-4F8380232546}">
      <dgm:prSet/>
      <dgm:spPr/>
      <dgm:t>
        <a:bodyPr/>
        <a:lstStyle/>
        <a:p>
          <a:endParaRPr lang="en-IN"/>
        </a:p>
      </dgm:t>
    </dgm:pt>
    <dgm:pt modelId="{86E12374-0C5B-4BB3-8389-E0AA37434AB7}">
      <dgm:prSet/>
      <dgm:spPr/>
      <dgm:t>
        <a:bodyPr/>
        <a:lstStyle/>
        <a:p>
          <a:pPr>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Designed system architecture</a:t>
          </a:r>
        </a:p>
      </dgm:t>
    </dgm:pt>
    <dgm:pt modelId="{DF6E109B-AE9C-4B66-ACE8-43316D92F4DF}" type="parTrans" cxnId="{650DDE1D-9E18-4826-8AD3-13528AFBE729}">
      <dgm:prSet/>
      <dgm:spPr/>
      <dgm:t>
        <a:bodyPr/>
        <a:lstStyle/>
        <a:p>
          <a:endParaRPr lang="en-IN"/>
        </a:p>
      </dgm:t>
    </dgm:pt>
    <dgm:pt modelId="{647254B8-29A3-4DD1-B966-2AE712F9905F}" type="sibTrans" cxnId="{650DDE1D-9E18-4826-8AD3-13528AFBE729}">
      <dgm:prSet/>
      <dgm:spPr/>
      <dgm:t>
        <a:bodyPr/>
        <a:lstStyle/>
        <a:p>
          <a:endParaRPr lang="en-IN"/>
        </a:p>
      </dgm:t>
    </dgm:pt>
    <dgm:pt modelId="{C68A4D4F-2C48-4F82-A5C7-6AE467EAFB05}">
      <dgm:prSet/>
      <dgm:spPr/>
      <dgm:t>
        <a:bodyPr/>
        <a:lstStyle/>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Defined core modules and workflows</a:t>
          </a:r>
        </a:p>
      </dgm:t>
    </dgm:pt>
    <dgm:pt modelId="{5419180C-BBFF-438A-AA99-07622178432E}" type="parTrans" cxnId="{44104ABE-8D94-4D15-B2AC-5832B6570B6A}">
      <dgm:prSet/>
      <dgm:spPr/>
      <dgm:t>
        <a:bodyPr/>
        <a:lstStyle/>
        <a:p>
          <a:endParaRPr lang="en-IN"/>
        </a:p>
      </dgm:t>
    </dgm:pt>
    <dgm:pt modelId="{E9E1C607-1C61-464D-841E-CD0F1B3763CB}" type="sibTrans" cxnId="{44104ABE-8D94-4D15-B2AC-5832B6570B6A}">
      <dgm:prSet/>
      <dgm:spPr/>
      <dgm:t>
        <a:bodyPr/>
        <a:lstStyle/>
        <a:p>
          <a:endParaRPr lang="en-IN"/>
        </a:p>
      </dgm:t>
    </dgm:pt>
    <dgm:pt modelId="{12B4B27B-1EE7-4464-9AA9-CAAF0BEBE88B}">
      <dgm:prSet/>
      <dgm:spPr/>
      <dgm:t>
        <a:bodyPr/>
        <a:lstStyle/>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Analyzed feasibility of the system</a:t>
          </a:r>
        </a:p>
      </dgm:t>
    </dgm:pt>
    <dgm:pt modelId="{63E9D1B6-4276-454A-A749-31E19A1AE847}" type="parTrans" cxnId="{E62732B0-FDA3-4DFD-893B-B3467D91B5C2}">
      <dgm:prSet/>
      <dgm:spPr/>
      <dgm:t>
        <a:bodyPr/>
        <a:lstStyle/>
        <a:p>
          <a:endParaRPr lang="en-IN"/>
        </a:p>
      </dgm:t>
    </dgm:pt>
    <dgm:pt modelId="{B9CA03DB-6EFA-4DDD-A8CC-788824E8CE26}" type="sibTrans" cxnId="{E62732B0-FDA3-4DFD-893B-B3467D91B5C2}">
      <dgm:prSet/>
      <dgm:spPr/>
      <dgm:t>
        <a:bodyPr/>
        <a:lstStyle/>
        <a:p>
          <a:endParaRPr lang="en-IN"/>
        </a:p>
      </dgm:t>
    </dgm:pt>
    <dgm:pt modelId="{BA0E43B0-A6F8-4038-9C03-9F544743D07C}">
      <dgm:prSet phldrT="[Text]"/>
      <dgm:spPr/>
      <dgm:t>
        <a:bodyPr/>
        <a:lstStyle/>
        <a:p>
          <a:pPr>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dgm:t>
    </dgm:pt>
    <dgm:pt modelId="{63417115-ED39-46D9-8A14-A6037A68A056}" type="parTrans" cxnId="{1981C16D-C627-4664-A295-FE06C408D8E2}">
      <dgm:prSet/>
      <dgm:spPr/>
      <dgm:t>
        <a:bodyPr/>
        <a:lstStyle/>
        <a:p>
          <a:endParaRPr lang="en-IN"/>
        </a:p>
      </dgm:t>
    </dgm:pt>
    <dgm:pt modelId="{D37C9991-9EBA-458C-9FBB-333AECEC6696}" type="sibTrans" cxnId="{1981C16D-C627-4664-A295-FE06C408D8E2}">
      <dgm:prSet/>
      <dgm:spPr/>
      <dgm:t>
        <a:bodyPr/>
        <a:lstStyle/>
        <a:p>
          <a:endParaRPr lang="en-IN"/>
        </a:p>
      </dgm:t>
    </dgm:pt>
    <dgm:pt modelId="{FD7807BC-17C3-448D-8E40-790DADBC4114}">
      <dgm:prSet/>
      <dgm:spPr/>
      <dgm:t>
        <a:bodyPr/>
        <a:lstStyle/>
        <a:p>
          <a:pPr>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dgm:t>
    </dgm:pt>
    <dgm:pt modelId="{D3CE71B9-31AA-4A0E-A895-C8C9AEAD41EE}" type="parTrans" cxnId="{579EB807-257A-46A0-A53A-EEAD358FC0CB}">
      <dgm:prSet/>
      <dgm:spPr/>
      <dgm:t>
        <a:bodyPr/>
        <a:lstStyle/>
        <a:p>
          <a:endParaRPr lang="en-IN"/>
        </a:p>
      </dgm:t>
    </dgm:pt>
    <dgm:pt modelId="{55FCA957-4868-4D40-9EF4-A559F796C930}" type="sibTrans" cxnId="{579EB807-257A-46A0-A53A-EEAD358FC0CB}">
      <dgm:prSet/>
      <dgm:spPr/>
      <dgm:t>
        <a:bodyPr/>
        <a:lstStyle/>
        <a:p>
          <a:endParaRPr lang="en-IN"/>
        </a:p>
      </dgm:t>
    </dgm:pt>
    <dgm:pt modelId="{95DEA877-F53F-43FD-ADFB-1154BA0CB25B}">
      <dgm:prSet/>
      <dgm:spPr/>
      <dgm:t>
        <a:bodyPr/>
        <a:lstStyle/>
        <a:p>
          <a:pPr>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dgm:t>
    </dgm:pt>
    <dgm:pt modelId="{7DD8058A-5D7C-43D0-B2C8-9CB06E04BB5E}" type="parTrans" cxnId="{8CB69968-6BC6-4D9C-9B54-8F5C34C1403E}">
      <dgm:prSet/>
      <dgm:spPr/>
      <dgm:t>
        <a:bodyPr/>
        <a:lstStyle/>
        <a:p>
          <a:endParaRPr lang="en-IN"/>
        </a:p>
      </dgm:t>
    </dgm:pt>
    <dgm:pt modelId="{4AB98EE6-5AA0-4A03-8712-1215CE9006A8}" type="sibTrans" cxnId="{8CB69968-6BC6-4D9C-9B54-8F5C34C1403E}">
      <dgm:prSet/>
      <dgm:spPr/>
      <dgm:t>
        <a:bodyPr/>
        <a:lstStyle/>
        <a:p>
          <a:endParaRPr lang="en-IN"/>
        </a:p>
      </dgm:t>
    </dgm:pt>
    <dgm:pt modelId="{8BB3C479-75D5-4592-A153-3ADF7D2E5772}">
      <dgm:prSet phldrT="[Text]"/>
      <dgm:spPr/>
      <dgm:t>
        <a:bodyPr/>
        <a:lstStyle/>
        <a:p>
          <a:pPr>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dgm:t>
    </dgm:pt>
    <dgm:pt modelId="{63B1B0FD-7BA2-44F3-BE8D-EBD5D79FE825}" type="parTrans" cxnId="{57E067C1-6338-4732-86AC-CDCFB0AC6EFE}">
      <dgm:prSet/>
      <dgm:spPr/>
      <dgm:t>
        <a:bodyPr/>
        <a:lstStyle/>
        <a:p>
          <a:endParaRPr lang="en-IN"/>
        </a:p>
      </dgm:t>
    </dgm:pt>
    <dgm:pt modelId="{63DEA0BA-E7E6-411C-8A37-163FDBE01CCD}" type="sibTrans" cxnId="{57E067C1-6338-4732-86AC-CDCFB0AC6EFE}">
      <dgm:prSet/>
      <dgm:spPr/>
      <dgm:t>
        <a:bodyPr/>
        <a:lstStyle/>
        <a:p>
          <a:endParaRPr lang="en-IN"/>
        </a:p>
      </dgm:t>
    </dgm:pt>
    <dgm:pt modelId="{919FFB92-3637-42B5-929D-D58BB7C1E953}">
      <dgm:prSet/>
      <dgm:spPr/>
      <dgm:t>
        <a:bodyPr/>
        <a:lstStyle/>
        <a:p>
          <a:pPr>
            <a:buFont typeface="Arial" panose="020B0604020202020204" pitchFamily="34" charset="0"/>
            <a:buChar char="•"/>
          </a:pPr>
          <a:endParaRPr lang="en-IN" dirty="0">
            <a:latin typeface="Times New Roman" panose="02020603050405020304" pitchFamily="18" charset="0"/>
            <a:cs typeface="Times New Roman" panose="02020603050405020304" pitchFamily="18" charset="0"/>
          </a:endParaRPr>
        </a:p>
      </dgm:t>
    </dgm:pt>
    <dgm:pt modelId="{49626B76-82A6-4C8D-A662-02D6D0003C70}" type="parTrans" cxnId="{659043B1-7B18-4090-8F99-8DB8C07B7E7C}">
      <dgm:prSet/>
      <dgm:spPr/>
      <dgm:t>
        <a:bodyPr/>
        <a:lstStyle/>
        <a:p>
          <a:endParaRPr lang="en-IN"/>
        </a:p>
      </dgm:t>
    </dgm:pt>
    <dgm:pt modelId="{F8696C8A-E43F-466B-B551-0330615C97F2}" type="sibTrans" cxnId="{659043B1-7B18-4090-8F99-8DB8C07B7E7C}">
      <dgm:prSet/>
      <dgm:spPr/>
      <dgm:t>
        <a:bodyPr/>
        <a:lstStyle/>
        <a:p>
          <a:endParaRPr lang="en-IN"/>
        </a:p>
      </dgm:t>
    </dgm:pt>
    <dgm:pt modelId="{F0E6422B-DB5A-44CF-9753-ECE5C3DD77AA}">
      <dgm:prSet/>
      <dgm:spPr/>
      <dgm:t>
        <a:bodyPr/>
        <a:lstStyle/>
        <a:p>
          <a:pPr>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dgm:t>
    </dgm:pt>
    <dgm:pt modelId="{5C75BE6C-DA5D-4B3E-A084-0C2727962C4C}" type="parTrans" cxnId="{9653738C-46AF-4E7C-A7B0-A1433F59EC1C}">
      <dgm:prSet/>
      <dgm:spPr/>
      <dgm:t>
        <a:bodyPr/>
        <a:lstStyle/>
        <a:p>
          <a:endParaRPr lang="en-IN"/>
        </a:p>
      </dgm:t>
    </dgm:pt>
    <dgm:pt modelId="{EE4DAFA8-071E-472A-B666-EE89BBCBFC50}" type="sibTrans" cxnId="{9653738C-46AF-4E7C-A7B0-A1433F59EC1C}">
      <dgm:prSet/>
      <dgm:spPr/>
      <dgm:t>
        <a:bodyPr/>
        <a:lstStyle/>
        <a:p>
          <a:endParaRPr lang="en-IN"/>
        </a:p>
      </dgm:t>
    </dgm:pt>
    <dgm:pt modelId="{9D99E788-150A-44AA-99E5-A325D94FB9F7}" type="pres">
      <dgm:prSet presAssocID="{5751524B-FB67-4894-A0C5-35151E149D68}" presName="linearFlow" presStyleCnt="0">
        <dgm:presLayoutVars>
          <dgm:dir/>
          <dgm:animLvl val="lvl"/>
          <dgm:resizeHandles val="exact"/>
        </dgm:presLayoutVars>
      </dgm:prSet>
      <dgm:spPr/>
    </dgm:pt>
    <dgm:pt modelId="{42C4AEA9-9719-4B0F-A222-E7FD59C4B040}" type="pres">
      <dgm:prSet presAssocID="{988D96B0-D16E-4763-B393-84178CF4FF50}" presName="composite" presStyleCnt="0"/>
      <dgm:spPr/>
    </dgm:pt>
    <dgm:pt modelId="{22070F05-EFA6-4AED-9CCB-28FE34147DB6}" type="pres">
      <dgm:prSet presAssocID="{988D96B0-D16E-4763-B393-84178CF4FF50}" presName="parTx" presStyleLbl="node1" presStyleIdx="0" presStyleCnt="5">
        <dgm:presLayoutVars>
          <dgm:chMax val="0"/>
          <dgm:chPref val="0"/>
          <dgm:bulletEnabled val="1"/>
        </dgm:presLayoutVars>
      </dgm:prSet>
      <dgm:spPr/>
    </dgm:pt>
    <dgm:pt modelId="{B907AC37-F5B5-4890-9863-D994D2150DAF}" type="pres">
      <dgm:prSet presAssocID="{988D96B0-D16E-4763-B393-84178CF4FF50}" presName="parSh" presStyleLbl="node1" presStyleIdx="0" presStyleCnt="5"/>
      <dgm:spPr/>
    </dgm:pt>
    <dgm:pt modelId="{93168B0A-8492-4A42-8C03-5896BFA0D5E8}" type="pres">
      <dgm:prSet presAssocID="{988D96B0-D16E-4763-B393-84178CF4FF50}" presName="desTx" presStyleLbl="fgAcc1" presStyleIdx="0" presStyleCnt="5" custScaleX="144940">
        <dgm:presLayoutVars>
          <dgm:bulletEnabled val="1"/>
        </dgm:presLayoutVars>
      </dgm:prSet>
      <dgm:spPr/>
    </dgm:pt>
    <dgm:pt modelId="{5E933F41-31E5-4B7C-9C73-008DC3B6BA5F}" type="pres">
      <dgm:prSet presAssocID="{19B27CEC-4BAD-44A7-A9A7-B7A8B23ADCFD}" presName="sibTrans" presStyleLbl="sibTrans2D1" presStyleIdx="0" presStyleCnt="4"/>
      <dgm:spPr/>
    </dgm:pt>
    <dgm:pt modelId="{6EDA2560-9ADB-4D26-828D-2295566AA37B}" type="pres">
      <dgm:prSet presAssocID="{19B27CEC-4BAD-44A7-A9A7-B7A8B23ADCFD}" presName="connTx" presStyleLbl="sibTrans2D1" presStyleIdx="0" presStyleCnt="4"/>
      <dgm:spPr/>
    </dgm:pt>
    <dgm:pt modelId="{AE47041A-EF3A-47EA-96DA-0308A7254E97}" type="pres">
      <dgm:prSet presAssocID="{7B3055AA-BF7C-46D0-9A9E-60087B9F57B4}" presName="composite" presStyleCnt="0"/>
      <dgm:spPr/>
    </dgm:pt>
    <dgm:pt modelId="{4BEC1400-9E48-48CC-A07B-3A32FF6A5664}" type="pres">
      <dgm:prSet presAssocID="{7B3055AA-BF7C-46D0-9A9E-60087B9F57B4}" presName="parTx" presStyleLbl="node1" presStyleIdx="0" presStyleCnt="5">
        <dgm:presLayoutVars>
          <dgm:chMax val="0"/>
          <dgm:chPref val="0"/>
          <dgm:bulletEnabled val="1"/>
        </dgm:presLayoutVars>
      </dgm:prSet>
      <dgm:spPr/>
    </dgm:pt>
    <dgm:pt modelId="{14F32D9C-3CB8-45C5-96CE-1A96261B212A}" type="pres">
      <dgm:prSet presAssocID="{7B3055AA-BF7C-46D0-9A9E-60087B9F57B4}" presName="parSh" presStyleLbl="node1" presStyleIdx="1" presStyleCnt="5"/>
      <dgm:spPr/>
    </dgm:pt>
    <dgm:pt modelId="{B1F8F3C2-59B5-4954-A4A9-7B8FA51644DD}" type="pres">
      <dgm:prSet presAssocID="{7B3055AA-BF7C-46D0-9A9E-60087B9F57B4}" presName="desTx" presStyleLbl="fgAcc1" presStyleIdx="1" presStyleCnt="5" custScaleX="143654">
        <dgm:presLayoutVars>
          <dgm:bulletEnabled val="1"/>
        </dgm:presLayoutVars>
      </dgm:prSet>
      <dgm:spPr/>
    </dgm:pt>
    <dgm:pt modelId="{BBDB3136-1DEE-48E0-B439-6F3383246EA4}" type="pres">
      <dgm:prSet presAssocID="{B81593E2-4CAC-4783-8D2D-E9DDD236A942}" presName="sibTrans" presStyleLbl="sibTrans2D1" presStyleIdx="1" presStyleCnt="4"/>
      <dgm:spPr/>
    </dgm:pt>
    <dgm:pt modelId="{30D68D54-5EB7-413F-8278-61846EBAFD2B}" type="pres">
      <dgm:prSet presAssocID="{B81593E2-4CAC-4783-8D2D-E9DDD236A942}" presName="connTx" presStyleLbl="sibTrans2D1" presStyleIdx="1" presStyleCnt="4"/>
      <dgm:spPr/>
    </dgm:pt>
    <dgm:pt modelId="{87C71221-EA0A-4D75-BCC9-447213FE9D95}" type="pres">
      <dgm:prSet presAssocID="{A59EC69B-8F3F-425B-819F-E8C557946AEE}" presName="composite" presStyleCnt="0"/>
      <dgm:spPr/>
    </dgm:pt>
    <dgm:pt modelId="{203D432C-37D5-4AE5-A903-F22A00FF1444}" type="pres">
      <dgm:prSet presAssocID="{A59EC69B-8F3F-425B-819F-E8C557946AEE}" presName="parTx" presStyleLbl="node1" presStyleIdx="1" presStyleCnt="5">
        <dgm:presLayoutVars>
          <dgm:chMax val="0"/>
          <dgm:chPref val="0"/>
          <dgm:bulletEnabled val="1"/>
        </dgm:presLayoutVars>
      </dgm:prSet>
      <dgm:spPr/>
    </dgm:pt>
    <dgm:pt modelId="{E15C2677-1197-42CF-872E-C15C767C62D5}" type="pres">
      <dgm:prSet presAssocID="{A59EC69B-8F3F-425B-819F-E8C557946AEE}" presName="parSh" presStyleLbl="node1" presStyleIdx="2" presStyleCnt="5"/>
      <dgm:spPr/>
    </dgm:pt>
    <dgm:pt modelId="{4325146D-8C30-4108-95A6-8F9CC6DDACAA}" type="pres">
      <dgm:prSet presAssocID="{A59EC69B-8F3F-425B-819F-E8C557946AEE}" presName="desTx" presStyleLbl="fgAcc1" presStyleIdx="2" presStyleCnt="5">
        <dgm:presLayoutVars>
          <dgm:bulletEnabled val="1"/>
        </dgm:presLayoutVars>
      </dgm:prSet>
      <dgm:spPr/>
    </dgm:pt>
    <dgm:pt modelId="{1AEBA08D-9028-485B-A35C-77F1325594C7}" type="pres">
      <dgm:prSet presAssocID="{2868AD8D-4E38-46CE-A972-709857BF40AC}" presName="sibTrans" presStyleLbl="sibTrans2D1" presStyleIdx="2" presStyleCnt="4"/>
      <dgm:spPr/>
    </dgm:pt>
    <dgm:pt modelId="{9DFF9D7E-9FAC-4FBE-A20D-E64255B6F09B}" type="pres">
      <dgm:prSet presAssocID="{2868AD8D-4E38-46CE-A972-709857BF40AC}" presName="connTx" presStyleLbl="sibTrans2D1" presStyleIdx="2" presStyleCnt="4"/>
      <dgm:spPr/>
    </dgm:pt>
    <dgm:pt modelId="{E02BBA1E-3E4A-4FFE-8200-3C36F4CB94BA}" type="pres">
      <dgm:prSet presAssocID="{5E92505A-51E0-4F78-B3C5-704ACF8710DE}" presName="composite" presStyleCnt="0"/>
      <dgm:spPr/>
    </dgm:pt>
    <dgm:pt modelId="{79AB9AF9-1A9E-4276-8968-FFBDBB9CE57F}" type="pres">
      <dgm:prSet presAssocID="{5E92505A-51E0-4F78-B3C5-704ACF8710DE}" presName="parTx" presStyleLbl="node1" presStyleIdx="2" presStyleCnt="5">
        <dgm:presLayoutVars>
          <dgm:chMax val="0"/>
          <dgm:chPref val="0"/>
          <dgm:bulletEnabled val="1"/>
        </dgm:presLayoutVars>
      </dgm:prSet>
      <dgm:spPr/>
    </dgm:pt>
    <dgm:pt modelId="{2FD47864-574A-4310-B89B-2727EFE81983}" type="pres">
      <dgm:prSet presAssocID="{5E92505A-51E0-4F78-B3C5-704ACF8710DE}" presName="parSh" presStyleLbl="node1" presStyleIdx="3" presStyleCnt="5"/>
      <dgm:spPr/>
    </dgm:pt>
    <dgm:pt modelId="{50311956-7C8C-4D28-8CFC-F8D462C5944E}" type="pres">
      <dgm:prSet presAssocID="{5E92505A-51E0-4F78-B3C5-704ACF8710DE}" presName="desTx" presStyleLbl="fgAcc1" presStyleIdx="3" presStyleCnt="5">
        <dgm:presLayoutVars>
          <dgm:bulletEnabled val="1"/>
        </dgm:presLayoutVars>
      </dgm:prSet>
      <dgm:spPr/>
    </dgm:pt>
    <dgm:pt modelId="{12DC9591-2302-457C-B6F3-FF2CADB8554B}" type="pres">
      <dgm:prSet presAssocID="{5E9E6A6F-635A-4791-A107-01E95B62EA08}" presName="sibTrans" presStyleLbl="sibTrans2D1" presStyleIdx="3" presStyleCnt="4"/>
      <dgm:spPr/>
    </dgm:pt>
    <dgm:pt modelId="{DEFF9FCC-9B1B-4F4B-AA31-BA9DDC53CB57}" type="pres">
      <dgm:prSet presAssocID="{5E9E6A6F-635A-4791-A107-01E95B62EA08}" presName="connTx" presStyleLbl="sibTrans2D1" presStyleIdx="3" presStyleCnt="4"/>
      <dgm:spPr/>
    </dgm:pt>
    <dgm:pt modelId="{6AE132F4-098C-4AA2-B1D4-0185DDBF801B}" type="pres">
      <dgm:prSet presAssocID="{65C051F6-A849-4495-A964-CD4C650B9C06}" presName="composite" presStyleCnt="0"/>
      <dgm:spPr/>
    </dgm:pt>
    <dgm:pt modelId="{B7FE4475-1455-4A56-9460-718B3CEED8C3}" type="pres">
      <dgm:prSet presAssocID="{65C051F6-A849-4495-A964-CD4C650B9C06}" presName="parTx" presStyleLbl="node1" presStyleIdx="3" presStyleCnt="5">
        <dgm:presLayoutVars>
          <dgm:chMax val="0"/>
          <dgm:chPref val="0"/>
          <dgm:bulletEnabled val="1"/>
        </dgm:presLayoutVars>
      </dgm:prSet>
      <dgm:spPr/>
    </dgm:pt>
    <dgm:pt modelId="{A1F1BB1A-A481-45D5-A364-367D6ADCF468}" type="pres">
      <dgm:prSet presAssocID="{65C051F6-A849-4495-A964-CD4C650B9C06}" presName="parSh" presStyleLbl="node1" presStyleIdx="4" presStyleCnt="5"/>
      <dgm:spPr/>
    </dgm:pt>
    <dgm:pt modelId="{A0321C25-5AAB-4F1B-813E-3EF046E90163}" type="pres">
      <dgm:prSet presAssocID="{65C051F6-A849-4495-A964-CD4C650B9C06}" presName="desTx" presStyleLbl="fgAcc1" presStyleIdx="4" presStyleCnt="5">
        <dgm:presLayoutVars>
          <dgm:bulletEnabled val="1"/>
        </dgm:presLayoutVars>
      </dgm:prSet>
      <dgm:spPr/>
    </dgm:pt>
  </dgm:ptLst>
  <dgm:cxnLst>
    <dgm:cxn modelId="{C3141700-E68E-4E3B-A16B-812851A6DD9B}" type="presOf" srcId="{E83E1A1A-AA1B-4CF2-9558-70FB5D588E2D}" destId="{93168B0A-8492-4A42-8C03-5896BFA0D5E8}" srcOrd="0" destOrd="5" presId="urn:microsoft.com/office/officeart/2005/8/layout/process3"/>
    <dgm:cxn modelId="{FACA8500-8686-44A0-BC45-CCE23FC632EE}" type="presOf" srcId="{988D96B0-D16E-4763-B393-84178CF4FF50}" destId="{22070F05-EFA6-4AED-9CCB-28FE34147DB6}" srcOrd="0" destOrd="0" presId="urn:microsoft.com/office/officeart/2005/8/layout/process3"/>
    <dgm:cxn modelId="{7E9E3C06-8A2B-44EE-A65A-F4AD644E762D}" type="presOf" srcId="{95DEA877-F53F-43FD-ADFB-1154BA0CB25B}" destId="{93168B0A-8492-4A42-8C03-5896BFA0D5E8}" srcOrd="0" destOrd="6" presId="urn:microsoft.com/office/officeart/2005/8/layout/process3"/>
    <dgm:cxn modelId="{579EB807-257A-46A0-A53A-EEAD358FC0CB}" srcId="{988D96B0-D16E-4763-B393-84178CF4FF50}" destId="{FD7807BC-17C3-448D-8E40-790DADBC4114}" srcOrd="4" destOrd="0" parTransId="{D3CE71B9-31AA-4A0E-A895-C8C9AEAD41EE}" sibTransId="{55FCA957-4868-4D40-9EF4-A559F796C930}"/>
    <dgm:cxn modelId="{521FD508-C5FD-4804-AFDC-D1FF9945B211}" srcId="{5751524B-FB67-4894-A0C5-35151E149D68}" destId="{65C051F6-A849-4495-A964-CD4C650B9C06}" srcOrd="4" destOrd="0" parTransId="{C24738E5-1547-4D8D-A2CE-64D703ECDF78}" sibTransId="{196A2EB9-DD96-4630-B699-7AF000340374}"/>
    <dgm:cxn modelId="{D93EB00B-76B7-436E-8D98-2357B44805CF}" type="presOf" srcId="{B81593E2-4CAC-4783-8D2D-E9DDD236A942}" destId="{30D68D54-5EB7-413F-8278-61846EBAFD2B}" srcOrd="1" destOrd="0" presId="urn:microsoft.com/office/officeart/2005/8/layout/process3"/>
    <dgm:cxn modelId="{2B5B4A19-C5F8-4908-A7E9-FBA77F4CF7A3}" type="presOf" srcId="{65C051F6-A849-4495-A964-CD4C650B9C06}" destId="{B7FE4475-1455-4A56-9460-718B3CEED8C3}" srcOrd="0" destOrd="0" presId="urn:microsoft.com/office/officeart/2005/8/layout/process3"/>
    <dgm:cxn modelId="{650DDE1D-9E18-4826-8AD3-13528AFBE729}" srcId="{7B3055AA-BF7C-46D0-9A9E-60087B9F57B4}" destId="{86E12374-0C5B-4BB3-8389-E0AA37434AB7}" srcOrd="3" destOrd="0" parTransId="{DF6E109B-AE9C-4B66-ACE8-43316D92F4DF}" sibTransId="{647254B8-29A3-4DD1-B966-2AE712F9905F}"/>
    <dgm:cxn modelId="{B6516820-DA82-4531-9958-6AE8F1E6DD19}" type="presOf" srcId="{F0E6422B-DB5A-44CF-9753-ECE5C3DD77AA}" destId="{B1F8F3C2-59B5-4954-A4A9-7B8FA51644DD}" srcOrd="0" destOrd="6" presId="urn:microsoft.com/office/officeart/2005/8/layout/process3"/>
    <dgm:cxn modelId="{91C69C2A-1A0D-4337-BBA3-0AE0DD3081D2}" type="presOf" srcId="{12B4B27B-1EE7-4464-9AA9-CAAF0BEBE88B}" destId="{B1F8F3C2-59B5-4954-A4A9-7B8FA51644DD}" srcOrd="0" destOrd="7" presId="urn:microsoft.com/office/officeart/2005/8/layout/process3"/>
    <dgm:cxn modelId="{42FB572F-8DE5-4DAE-B33D-7D22970BC13B}" type="presOf" srcId="{A59EC69B-8F3F-425B-819F-E8C557946AEE}" destId="{E15C2677-1197-42CF-872E-C15C767C62D5}" srcOrd="1" destOrd="0" presId="urn:microsoft.com/office/officeart/2005/8/layout/process3"/>
    <dgm:cxn modelId="{8E689D33-EEE3-4471-BD8C-19879714918F}" srcId="{988D96B0-D16E-4763-B393-84178CF4FF50}" destId="{1F979E07-3677-4709-8C9A-3EED67C61E85}" srcOrd="7" destOrd="0" parTransId="{21157541-7EAE-48C2-B81F-BEAFD3C828CC}" sibTransId="{5B507113-A96F-4DE5-B6FB-B7D3D7D93238}"/>
    <dgm:cxn modelId="{C10B1737-ABEC-4C49-B795-667D433CAF32}" type="presOf" srcId="{86E12374-0C5B-4BB3-8389-E0AA37434AB7}" destId="{B1F8F3C2-59B5-4954-A4A9-7B8FA51644DD}" srcOrd="0" destOrd="3" presId="urn:microsoft.com/office/officeart/2005/8/layout/process3"/>
    <dgm:cxn modelId="{57B6C43D-8AAB-417C-8F12-477247AD6165}" type="presOf" srcId="{2868AD8D-4E38-46CE-A972-709857BF40AC}" destId="{1AEBA08D-9028-485B-A35C-77F1325594C7}" srcOrd="0" destOrd="0" presId="urn:microsoft.com/office/officeart/2005/8/layout/process3"/>
    <dgm:cxn modelId="{CAC4E03F-FE20-4983-AA79-380A828CAD33}" type="presOf" srcId="{919FFB92-3637-42B5-929D-D58BB7C1E953}" destId="{B1F8F3C2-59B5-4954-A4A9-7B8FA51644DD}" srcOrd="0" destOrd="4" presId="urn:microsoft.com/office/officeart/2005/8/layout/process3"/>
    <dgm:cxn modelId="{0C8D5D40-A620-40D1-99AA-BEEC5C1AAB59}" type="presOf" srcId="{5E9E6A6F-635A-4791-A107-01E95B62EA08}" destId="{DEFF9FCC-9B1B-4F4B-AA31-BA9DDC53CB57}" srcOrd="1" destOrd="0" presId="urn:microsoft.com/office/officeart/2005/8/layout/process3"/>
    <dgm:cxn modelId="{83951D60-39D7-4EF2-9EA7-435D7B9111BA}" type="presOf" srcId="{73DB572E-062D-41AD-8033-D361B8E583DB}" destId="{4325146D-8C30-4108-95A6-8F9CC6DDACAA}" srcOrd="0" destOrd="0" presId="urn:microsoft.com/office/officeart/2005/8/layout/process3"/>
    <dgm:cxn modelId="{462C9145-1947-409A-A58A-20E8A88AE694}" type="presOf" srcId="{A59EC69B-8F3F-425B-819F-E8C557946AEE}" destId="{203D432C-37D5-4AE5-A903-F22A00FF1444}" srcOrd="0" destOrd="0" presId="urn:microsoft.com/office/officeart/2005/8/layout/process3"/>
    <dgm:cxn modelId="{8CB69968-6BC6-4D9C-9B54-8F5C34C1403E}" srcId="{988D96B0-D16E-4763-B393-84178CF4FF50}" destId="{95DEA877-F53F-43FD-ADFB-1154BA0CB25B}" srcOrd="6" destOrd="0" parTransId="{7DD8058A-5D7C-43D0-B2C8-9CB06E04BB5E}" sibTransId="{4AB98EE6-5AA0-4A03-8712-1215CE9006A8}"/>
    <dgm:cxn modelId="{1981C16D-C627-4664-A295-FE06C408D8E2}" srcId="{988D96B0-D16E-4763-B393-84178CF4FF50}" destId="{BA0E43B0-A6F8-4038-9C03-9F544743D07C}" srcOrd="2" destOrd="0" parTransId="{63417115-ED39-46D9-8A14-A6037A68A056}" sibTransId="{D37C9991-9EBA-458C-9FBB-333AECEC6696}"/>
    <dgm:cxn modelId="{40019B4F-3A40-447E-B0BE-BC2EE4C5B73A}" type="presOf" srcId="{7B3055AA-BF7C-46D0-9A9E-60087B9F57B4}" destId="{14F32D9C-3CB8-45C5-96CE-1A96261B212A}" srcOrd="1" destOrd="0" presId="urn:microsoft.com/office/officeart/2005/8/layout/process3"/>
    <dgm:cxn modelId="{76C07574-1D3D-44AA-87EF-241192A079E8}" type="presOf" srcId="{B81593E2-4CAC-4783-8D2D-E9DDD236A942}" destId="{BBDB3136-1DEE-48E0-B439-6F3383246EA4}" srcOrd="0" destOrd="0" presId="urn:microsoft.com/office/officeart/2005/8/layout/process3"/>
    <dgm:cxn modelId="{3621D356-D1C6-4804-9D16-075E4A6C6F50}" type="presOf" srcId="{D471E45F-B026-44AA-9616-57E786AE80AF}" destId="{93168B0A-8492-4A42-8C03-5896BFA0D5E8}" srcOrd="0" destOrd="1" presId="urn:microsoft.com/office/officeart/2005/8/layout/process3"/>
    <dgm:cxn modelId="{5CC70477-B3BE-40B6-B1F0-CAED301AD818}" type="presOf" srcId="{7B3055AA-BF7C-46D0-9A9E-60087B9F57B4}" destId="{4BEC1400-9E48-48CC-A07B-3A32FF6A5664}" srcOrd="0" destOrd="0" presId="urn:microsoft.com/office/officeart/2005/8/layout/process3"/>
    <dgm:cxn modelId="{AA17007A-110D-43AE-B6F2-DF2DF885F2E2}" srcId="{A59EC69B-8F3F-425B-819F-E8C557946AEE}" destId="{73DB572E-062D-41AD-8033-D361B8E583DB}" srcOrd="0" destOrd="0" parTransId="{75D01B62-D132-48B8-9D06-D0A551A21107}" sibTransId="{98BDB650-3386-4D3D-8E80-609010499291}"/>
    <dgm:cxn modelId="{68C7535A-A564-495E-A849-4F8380232546}" srcId="{7B3055AA-BF7C-46D0-9A9E-60087B9F57B4}" destId="{4E082FF0-F174-40D4-B690-C5BB74FD9C70}" srcOrd="2" destOrd="0" parTransId="{A49DF2F1-D99D-4E80-8F98-5B3B4DD0F1BC}" sibTransId="{D40AD68F-240F-4A84-AF48-8724981F3502}"/>
    <dgm:cxn modelId="{58E1B17A-F7C1-466B-AE03-FAA41EEE13E4}" type="presOf" srcId="{FD7807BC-17C3-448D-8E40-790DADBC4114}" destId="{93168B0A-8492-4A42-8C03-5896BFA0D5E8}" srcOrd="0" destOrd="4" presId="urn:microsoft.com/office/officeart/2005/8/layout/process3"/>
    <dgm:cxn modelId="{89891A80-52CA-4E3F-9255-C8D868AF7132}" type="presOf" srcId="{4E082FF0-F174-40D4-B690-C5BB74FD9C70}" destId="{B1F8F3C2-59B5-4954-A4A9-7B8FA51644DD}" srcOrd="0" destOrd="2" presId="urn:microsoft.com/office/officeart/2005/8/layout/process3"/>
    <dgm:cxn modelId="{31049982-E46B-40EA-9238-300AEA61BF3B}" type="presOf" srcId="{65C051F6-A849-4495-A964-CD4C650B9C06}" destId="{A1F1BB1A-A481-45D5-A364-367D6ADCF468}" srcOrd="1" destOrd="0" presId="urn:microsoft.com/office/officeart/2005/8/layout/process3"/>
    <dgm:cxn modelId="{FC5ECC84-F60C-40D3-B15B-971F7FCE090C}" type="presOf" srcId="{19B27CEC-4BAD-44A7-A9A7-B7A8B23ADCFD}" destId="{5E933F41-31E5-4B7C-9C73-008DC3B6BA5F}" srcOrd="0" destOrd="0" presId="urn:microsoft.com/office/officeart/2005/8/layout/process3"/>
    <dgm:cxn modelId="{6F606888-12FE-4F56-BB3C-1BDA4B365D0C}" type="presOf" srcId="{9FED87C4-3F3B-4A18-9185-9F80CFEDEA2E}" destId="{B1F8F3C2-59B5-4954-A4A9-7B8FA51644DD}" srcOrd="0" destOrd="0" presId="urn:microsoft.com/office/officeart/2005/8/layout/process3"/>
    <dgm:cxn modelId="{9653738C-46AF-4E7C-A7B0-A1433F59EC1C}" srcId="{7B3055AA-BF7C-46D0-9A9E-60087B9F57B4}" destId="{F0E6422B-DB5A-44CF-9753-ECE5C3DD77AA}" srcOrd="6" destOrd="0" parTransId="{5C75BE6C-DA5D-4B3E-A084-0C2727962C4C}" sibTransId="{EE4DAFA8-071E-472A-B666-EE89BBCBFC50}"/>
    <dgm:cxn modelId="{2CFE008E-6ED0-4DDA-9ECA-F627C2836A26}" type="presOf" srcId="{BA0E43B0-A6F8-4038-9C03-9F544743D07C}" destId="{93168B0A-8492-4A42-8C03-5896BFA0D5E8}" srcOrd="0" destOrd="2" presId="urn:microsoft.com/office/officeart/2005/8/layout/process3"/>
    <dgm:cxn modelId="{27611794-B6EF-4593-A560-02BF7692DC5A}" srcId="{7B3055AA-BF7C-46D0-9A9E-60087B9F57B4}" destId="{9FED87C4-3F3B-4A18-9185-9F80CFEDEA2E}" srcOrd="0" destOrd="0" parTransId="{669F5586-1E47-4A85-AA72-0E435BABD665}" sibTransId="{AD0D1882-5210-4A49-9875-4AAC43595580}"/>
    <dgm:cxn modelId="{20FD2B9E-6C30-47D2-894E-245234DBDA41}" type="presOf" srcId="{C68A4D4F-2C48-4F82-A5C7-6AE467EAFB05}" destId="{B1F8F3C2-59B5-4954-A4A9-7B8FA51644DD}" srcOrd="0" destOrd="5" presId="urn:microsoft.com/office/officeart/2005/8/layout/process3"/>
    <dgm:cxn modelId="{AA9959AC-655E-4A6E-9A88-25B7862E98ED}" srcId="{988D96B0-D16E-4763-B393-84178CF4FF50}" destId="{109213F3-609F-4B63-BD18-439395A4EA82}" srcOrd="3" destOrd="0" parTransId="{59FEB6CC-5967-4CD6-A994-44289F83DFBF}" sibTransId="{68914208-4484-45E6-A042-356478E1259D}"/>
    <dgm:cxn modelId="{E62732B0-FDA3-4DFD-893B-B3467D91B5C2}" srcId="{7B3055AA-BF7C-46D0-9A9E-60087B9F57B4}" destId="{12B4B27B-1EE7-4464-9AA9-CAAF0BEBE88B}" srcOrd="7" destOrd="0" parTransId="{63E9D1B6-4276-454A-A749-31E19A1AE847}" sibTransId="{B9CA03DB-6EFA-4DDD-A8CC-788824E8CE26}"/>
    <dgm:cxn modelId="{659043B1-7B18-4090-8F99-8DB8C07B7E7C}" srcId="{7B3055AA-BF7C-46D0-9A9E-60087B9F57B4}" destId="{919FFB92-3637-42B5-929D-D58BB7C1E953}" srcOrd="4" destOrd="0" parTransId="{49626B76-82A6-4C8D-A662-02D6D0003C70}" sibTransId="{F8696C8A-E43F-466B-B551-0330615C97F2}"/>
    <dgm:cxn modelId="{F2178AB6-B5B1-4DA8-8835-BA9C70D57CE8}" srcId="{988D96B0-D16E-4763-B393-84178CF4FF50}" destId="{42310FE8-B418-4CE0-BD15-8167B2C611A9}" srcOrd="0" destOrd="0" parTransId="{B3830DCA-8D7B-4904-A6C6-55710C83CC20}" sibTransId="{2F733FFC-743D-4EEE-B2A9-2DD746E19DB2}"/>
    <dgm:cxn modelId="{8AA833BB-95F1-46E0-936E-5326C8DD0EE3}" type="presOf" srcId="{2868AD8D-4E38-46CE-A972-709857BF40AC}" destId="{9DFF9D7E-9FAC-4FBE-A20D-E64255B6F09B}" srcOrd="1" destOrd="0" presId="urn:microsoft.com/office/officeart/2005/8/layout/process3"/>
    <dgm:cxn modelId="{6C7D4BBB-EED6-4011-9FBC-87F683D5B245}" srcId="{5751524B-FB67-4894-A0C5-35151E149D68}" destId="{7B3055AA-BF7C-46D0-9A9E-60087B9F57B4}" srcOrd="1" destOrd="0" parTransId="{F772EF41-D2BB-4368-8327-B4E332165F48}" sibTransId="{B81593E2-4CAC-4783-8D2D-E9DDD236A942}"/>
    <dgm:cxn modelId="{66A607BC-0B19-4F06-A592-F43BF7678A53}" type="presOf" srcId="{42310FE8-B418-4CE0-BD15-8167B2C611A9}" destId="{93168B0A-8492-4A42-8C03-5896BFA0D5E8}" srcOrd="0" destOrd="0" presId="urn:microsoft.com/office/officeart/2005/8/layout/process3"/>
    <dgm:cxn modelId="{985BC6BC-1968-494F-9337-A7FE311B7DA0}" type="presOf" srcId="{1F979E07-3677-4709-8C9A-3EED67C61E85}" destId="{93168B0A-8492-4A42-8C03-5896BFA0D5E8}" srcOrd="0" destOrd="7" presId="urn:microsoft.com/office/officeart/2005/8/layout/process3"/>
    <dgm:cxn modelId="{44104ABE-8D94-4D15-B2AC-5832B6570B6A}" srcId="{7B3055AA-BF7C-46D0-9A9E-60087B9F57B4}" destId="{C68A4D4F-2C48-4F82-A5C7-6AE467EAFB05}" srcOrd="5" destOrd="0" parTransId="{5419180C-BBFF-438A-AA99-07622178432E}" sibTransId="{E9E1C607-1C61-464D-841E-CD0F1B3763CB}"/>
    <dgm:cxn modelId="{57E067C1-6338-4732-86AC-CDCFB0AC6EFE}" srcId="{7B3055AA-BF7C-46D0-9A9E-60087B9F57B4}" destId="{8BB3C479-75D5-4592-A153-3ADF7D2E5772}" srcOrd="1" destOrd="0" parTransId="{63B1B0FD-7BA2-44F3-BE8D-EBD5D79FE825}" sibTransId="{63DEA0BA-E7E6-411C-8A37-163FDBE01CCD}"/>
    <dgm:cxn modelId="{5BFD2FCC-A1B5-4E3B-926D-E2F477735C8D}" type="presOf" srcId="{5E92505A-51E0-4F78-B3C5-704ACF8710DE}" destId="{79AB9AF9-1A9E-4276-8968-FFBDBB9CE57F}" srcOrd="0" destOrd="0" presId="urn:microsoft.com/office/officeart/2005/8/layout/process3"/>
    <dgm:cxn modelId="{D1BA1DD0-A52A-47BF-962D-9810C87E1576}" srcId="{5751524B-FB67-4894-A0C5-35151E149D68}" destId="{A59EC69B-8F3F-425B-819F-E8C557946AEE}" srcOrd="2" destOrd="0" parTransId="{0095C3CB-916F-4060-A8DA-DD282FB51587}" sibTransId="{2868AD8D-4E38-46CE-A972-709857BF40AC}"/>
    <dgm:cxn modelId="{8046AFD2-24FB-4BC3-99A1-6929D1051FC3}" srcId="{988D96B0-D16E-4763-B393-84178CF4FF50}" destId="{34F5D08A-B2CD-4C89-9684-C86F4C5D2526}" srcOrd="8" destOrd="0" parTransId="{67FAAEE9-81F5-41EC-B2C6-E644E20BEA73}" sibTransId="{DF8E3EDF-A6F4-4F00-960A-5B4FF898D688}"/>
    <dgm:cxn modelId="{AECFD5D6-9785-403A-8E80-44EB3312DFFE}" srcId="{988D96B0-D16E-4763-B393-84178CF4FF50}" destId="{E83E1A1A-AA1B-4CF2-9558-70FB5D588E2D}" srcOrd="5" destOrd="0" parTransId="{99CA4ECC-AAC2-4CB3-B13B-CDD240761C29}" sibTransId="{53CDDE3F-BB3C-4347-B821-48CCD3CB9FE9}"/>
    <dgm:cxn modelId="{C27A05DA-6962-419E-8415-2D47E58FEA0F}" type="presOf" srcId="{8BB3C479-75D5-4592-A153-3ADF7D2E5772}" destId="{B1F8F3C2-59B5-4954-A4A9-7B8FA51644DD}" srcOrd="0" destOrd="1" presId="urn:microsoft.com/office/officeart/2005/8/layout/process3"/>
    <dgm:cxn modelId="{12FD6ADA-F391-46CC-AC0B-56F9528D13B3}" type="presOf" srcId="{34F5D08A-B2CD-4C89-9684-C86F4C5D2526}" destId="{93168B0A-8492-4A42-8C03-5896BFA0D5E8}" srcOrd="0" destOrd="8" presId="urn:microsoft.com/office/officeart/2005/8/layout/process3"/>
    <dgm:cxn modelId="{5FEADCE5-4308-47B1-87CE-CBD01936F8C6}" type="presOf" srcId="{5E92505A-51E0-4F78-B3C5-704ACF8710DE}" destId="{2FD47864-574A-4310-B89B-2727EFE81983}" srcOrd="1" destOrd="0" presId="urn:microsoft.com/office/officeart/2005/8/layout/process3"/>
    <dgm:cxn modelId="{BC3D59E7-450C-49C6-851F-2FB7AA638B77}" type="presOf" srcId="{19B27CEC-4BAD-44A7-A9A7-B7A8B23ADCFD}" destId="{6EDA2560-9ADB-4D26-828D-2295566AA37B}" srcOrd="1" destOrd="0" presId="urn:microsoft.com/office/officeart/2005/8/layout/process3"/>
    <dgm:cxn modelId="{DA8CD5E8-B2EE-41E4-8EC6-CFB41D688F68}" srcId="{5751524B-FB67-4894-A0C5-35151E149D68}" destId="{5E92505A-51E0-4F78-B3C5-704ACF8710DE}" srcOrd="3" destOrd="0" parTransId="{765B1266-7CE2-4F9C-AE38-D97DFBC1B151}" sibTransId="{5E9E6A6F-635A-4791-A107-01E95B62EA08}"/>
    <dgm:cxn modelId="{0B88F6EB-D0D4-4571-9445-B40373A86123}" type="presOf" srcId="{5751524B-FB67-4894-A0C5-35151E149D68}" destId="{9D99E788-150A-44AA-99E5-A325D94FB9F7}" srcOrd="0" destOrd="0" presId="urn:microsoft.com/office/officeart/2005/8/layout/process3"/>
    <dgm:cxn modelId="{73AD71EF-0BE7-4736-BDDC-8A36A6B17BB0}" type="presOf" srcId="{5E9E6A6F-635A-4791-A107-01E95B62EA08}" destId="{12DC9591-2302-457C-B6F3-FF2CADB8554B}" srcOrd="0" destOrd="0" presId="urn:microsoft.com/office/officeart/2005/8/layout/process3"/>
    <dgm:cxn modelId="{AEE28BEF-3F73-41A5-9307-D42A450FCA17}" srcId="{988D96B0-D16E-4763-B393-84178CF4FF50}" destId="{D471E45F-B026-44AA-9616-57E786AE80AF}" srcOrd="1" destOrd="0" parTransId="{326A986D-69A4-4AC0-AD9B-462FFC9C3F18}" sibTransId="{304E70AD-39C7-4C28-BF7B-6EE91BAE97B7}"/>
    <dgm:cxn modelId="{9BEB3DF5-7766-4DAF-80F4-785FD271C7B7}" type="presOf" srcId="{988D96B0-D16E-4763-B393-84178CF4FF50}" destId="{B907AC37-F5B5-4890-9863-D994D2150DAF}" srcOrd="1" destOrd="0" presId="urn:microsoft.com/office/officeart/2005/8/layout/process3"/>
    <dgm:cxn modelId="{8CB593F6-6C5D-4606-B959-3E27F9872EC1}" srcId="{5751524B-FB67-4894-A0C5-35151E149D68}" destId="{988D96B0-D16E-4763-B393-84178CF4FF50}" srcOrd="0" destOrd="0" parTransId="{080A6B9D-C27D-4227-AC65-3C97878D78C4}" sibTransId="{19B27CEC-4BAD-44A7-A9A7-B7A8B23ADCFD}"/>
    <dgm:cxn modelId="{953705FC-539F-480A-B198-C223863C4AD0}" type="presOf" srcId="{109213F3-609F-4B63-BD18-439395A4EA82}" destId="{93168B0A-8492-4A42-8C03-5896BFA0D5E8}" srcOrd="0" destOrd="3" presId="urn:microsoft.com/office/officeart/2005/8/layout/process3"/>
    <dgm:cxn modelId="{2315826D-FB09-4EC5-BDB1-2745B8C13B5E}" type="presParOf" srcId="{9D99E788-150A-44AA-99E5-A325D94FB9F7}" destId="{42C4AEA9-9719-4B0F-A222-E7FD59C4B040}" srcOrd="0" destOrd="0" presId="urn:microsoft.com/office/officeart/2005/8/layout/process3"/>
    <dgm:cxn modelId="{FDD3D5A6-8EC0-4B59-831E-AA222160D69A}" type="presParOf" srcId="{42C4AEA9-9719-4B0F-A222-E7FD59C4B040}" destId="{22070F05-EFA6-4AED-9CCB-28FE34147DB6}" srcOrd="0" destOrd="0" presId="urn:microsoft.com/office/officeart/2005/8/layout/process3"/>
    <dgm:cxn modelId="{FAE36045-BC0C-4613-A381-E8C3002DDD90}" type="presParOf" srcId="{42C4AEA9-9719-4B0F-A222-E7FD59C4B040}" destId="{B907AC37-F5B5-4890-9863-D994D2150DAF}" srcOrd="1" destOrd="0" presId="urn:microsoft.com/office/officeart/2005/8/layout/process3"/>
    <dgm:cxn modelId="{BF8242E6-0D0B-4DED-8B8A-3E372EB83FD3}" type="presParOf" srcId="{42C4AEA9-9719-4B0F-A222-E7FD59C4B040}" destId="{93168B0A-8492-4A42-8C03-5896BFA0D5E8}" srcOrd="2" destOrd="0" presId="urn:microsoft.com/office/officeart/2005/8/layout/process3"/>
    <dgm:cxn modelId="{D3D0E665-B829-4FEF-84B3-C25E7B35A2CB}" type="presParOf" srcId="{9D99E788-150A-44AA-99E5-A325D94FB9F7}" destId="{5E933F41-31E5-4B7C-9C73-008DC3B6BA5F}" srcOrd="1" destOrd="0" presId="urn:microsoft.com/office/officeart/2005/8/layout/process3"/>
    <dgm:cxn modelId="{865F69B3-ABE2-4DD7-8FC6-BC04C259C3B2}" type="presParOf" srcId="{5E933F41-31E5-4B7C-9C73-008DC3B6BA5F}" destId="{6EDA2560-9ADB-4D26-828D-2295566AA37B}" srcOrd="0" destOrd="0" presId="urn:microsoft.com/office/officeart/2005/8/layout/process3"/>
    <dgm:cxn modelId="{46E7317D-FEB9-4DC5-A0DE-EA56E5E4F508}" type="presParOf" srcId="{9D99E788-150A-44AA-99E5-A325D94FB9F7}" destId="{AE47041A-EF3A-47EA-96DA-0308A7254E97}" srcOrd="2" destOrd="0" presId="urn:microsoft.com/office/officeart/2005/8/layout/process3"/>
    <dgm:cxn modelId="{642C2C66-ADEB-45BE-BA72-A471FBE4F0EC}" type="presParOf" srcId="{AE47041A-EF3A-47EA-96DA-0308A7254E97}" destId="{4BEC1400-9E48-48CC-A07B-3A32FF6A5664}" srcOrd="0" destOrd="0" presId="urn:microsoft.com/office/officeart/2005/8/layout/process3"/>
    <dgm:cxn modelId="{2384E9BA-42A7-4403-813D-0014A581C806}" type="presParOf" srcId="{AE47041A-EF3A-47EA-96DA-0308A7254E97}" destId="{14F32D9C-3CB8-45C5-96CE-1A96261B212A}" srcOrd="1" destOrd="0" presId="urn:microsoft.com/office/officeart/2005/8/layout/process3"/>
    <dgm:cxn modelId="{F329EA3A-099C-41FC-9B28-E2DF5874E813}" type="presParOf" srcId="{AE47041A-EF3A-47EA-96DA-0308A7254E97}" destId="{B1F8F3C2-59B5-4954-A4A9-7B8FA51644DD}" srcOrd="2" destOrd="0" presId="urn:microsoft.com/office/officeart/2005/8/layout/process3"/>
    <dgm:cxn modelId="{5D498F65-EFBF-44E8-A58A-3CD146B56BCF}" type="presParOf" srcId="{9D99E788-150A-44AA-99E5-A325D94FB9F7}" destId="{BBDB3136-1DEE-48E0-B439-6F3383246EA4}" srcOrd="3" destOrd="0" presId="urn:microsoft.com/office/officeart/2005/8/layout/process3"/>
    <dgm:cxn modelId="{02574D10-08FA-4369-B9F5-B282438426C9}" type="presParOf" srcId="{BBDB3136-1DEE-48E0-B439-6F3383246EA4}" destId="{30D68D54-5EB7-413F-8278-61846EBAFD2B}" srcOrd="0" destOrd="0" presId="urn:microsoft.com/office/officeart/2005/8/layout/process3"/>
    <dgm:cxn modelId="{B313718A-985F-4DCF-AD63-08EBE98E4338}" type="presParOf" srcId="{9D99E788-150A-44AA-99E5-A325D94FB9F7}" destId="{87C71221-EA0A-4D75-BCC9-447213FE9D95}" srcOrd="4" destOrd="0" presId="urn:microsoft.com/office/officeart/2005/8/layout/process3"/>
    <dgm:cxn modelId="{7FEE9F05-7B68-45DD-BFE2-CB2AB19BA1E2}" type="presParOf" srcId="{87C71221-EA0A-4D75-BCC9-447213FE9D95}" destId="{203D432C-37D5-4AE5-A903-F22A00FF1444}" srcOrd="0" destOrd="0" presId="urn:microsoft.com/office/officeart/2005/8/layout/process3"/>
    <dgm:cxn modelId="{425D2AC3-66A2-4EB7-95AE-FB27A46D2806}" type="presParOf" srcId="{87C71221-EA0A-4D75-BCC9-447213FE9D95}" destId="{E15C2677-1197-42CF-872E-C15C767C62D5}" srcOrd="1" destOrd="0" presId="urn:microsoft.com/office/officeart/2005/8/layout/process3"/>
    <dgm:cxn modelId="{140962F4-C5AA-491F-927F-0968B92BEC61}" type="presParOf" srcId="{87C71221-EA0A-4D75-BCC9-447213FE9D95}" destId="{4325146D-8C30-4108-95A6-8F9CC6DDACAA}" srcOrd="2" destOrd="0" presId="urn:microsoft.com/office/officeart/2005/8/layout/process3"/>
    <dgm:cxn modelId="{026B9BFA-E9C7-41E5-999F-3FD5B473C172}" type="presParOf" srcId="{9D99E788-150A-44AA-99E5-A325D94FB9F7}" destId="{1AEBA08D-9028-485B-A35C-77F1325594C7}" srcOrd="5" destOrd="0" presId="urn:microsoft.com/office/officeart/2005/8/layout/process3"/>
    <dgm:cxn modelId="{0D4F6467-833F-4DFF-A2DE-EB5FC2A32210}" type="presParOf" srcId="{1AEBA08D-9028-485B-A35C-77F1325594C7}" destId="{9DFF9D7E-9FAC-4FBE-A20D-E64255B6F09B}" srcOrd="0" destOrd="0" presId="urn:microsoft.com/office/officeart/2005/8/layout/process3"/>
    <dgm:cxn modelId="{7B3ACB23-F14B-4BB6-A9B3-E535E79777A0}" type="presParOf" srcId="{9D99E788-150A-44AA-99E5-A325D94FB9F7}" destId="{E02BBA1E-3E4A-4FFE-8200-3C36F4CB94BA}" srcOrd="6" destOrd="0" presId="urn:microsoft.com/office/officeart/2005/8/layout/process3"/>
    <dgm:cxn modelId="{22B71ABF-99FD-4767-B0EB-5D23C487F003}" type="presParOf" srcId="{E02BBA1E-3E4A-4FFE-8200-3C36F4CB94BA}" destId="{79AB9AF9-1A9E-4276-8968-FFBDBB9CE57F}" srcOrd="0" destOrd="0" presId="urn:microsoft.com/office/officeart/2005/8/layout/process3"/>
    <dgm:cxn modelId="{7034B53F-F6DA-490D-A173-0A073FA1BAD0}" type="presParOf" srcId="{E02BBA1E-3E4A-4FFE-8200-3C36F4CB94BA}" destId="{2FD47864-574A-4310-B89B-2727EFE81983}" srcOrd="1" destOrd="0" presId="urn:microsoft.com/office/officeart/2005/8/layout/process3"/>
    <dgm:cxn modelId="{B1F74AAC-9477-4B45-8FEF-980DA7C52FB2}" type="presParOf" srcId="{E02BBA1E-3E4A-4FFE-8200-3C36F4CB94BA}" destId="{50311956-7C8C-4D28-8CFC-F8D462C5944E}" srcOrd="2" destOrd="0" presId="urn:microsoft.com/office/officeart/2005/8/layout/process3"/>
    <dgm:cxn modelId="{D4690910-2313-4E82-A59D-4A49D2B9418E}" type="presParOf" srcId="{9D99E788-150A-44AA-99E5-A325D94FB9F7}" destId="{12DC9591-2302-457C-B6F3-FF2CADB8554B}" srcOrd="7" destOrd="0" presId="urn:microsoft.com/office/officeart/2005/8/layout/process3"/>
    <dgm:cxn modelId="{8906FD22-7EA6-4669-97F0-8CAB88093D9C}" type="presParOf" srcId="{12DC9591-2302-457C-B6F3-FF2CADB8554B}" destId="{DEFF9FCC-9B1B-4F4B-AA31-BA9DDC53CB57}" srcOrd="0" destOrd="0" presId="urn:microsoft.com/office/officeart/2005/8/layout/process3"/>
    <dgm:cxn modelId="{CBBB3504-16B7-4164-BD8E-3957F4994278}" type="presParOf" srcId="{9D99E788-150A-44AA-99E5-A325D94FB9F7}" destId="{6AE132F4-098C-4AA2-B1D4-0185DDBF801B}" srcOrd="8" destOrd="0" presId="urn:microsoft.com/office/officeart/2005/8/layout/process3"/>
    <dgm:cxn modelId="{85345999-793C-457B-9E32-C24A6DE6105F}" type="presParOf" srcId="{6AE132F4-098C-4AA2-B1D4-0185DDBF801B}" destId="{B7FE4475-1455-4A56-9460-718B3CEED8C3}" srcOrd="0" destOrd="0" presId="urn:microsoft.com/office/officeart/2005/8/layout/process3"/>
    <dgm:cxn modelId="{20A332CE-1DCB-4D77-B0D1-B0133C0EAE8D}" type="presParOf" srcId="{6AE132F4-098C-4AA2-B1D4-0185DDBF801B}" destId="{A1F1BB1A-A481-45D5-A364-367D6ADCF468}" srcOrd="1" destOrd="0" presId="urn:microsoft.com/office/officeart/2005/8/layout/process3"/>
    <dgm:cxn modelId="{51BD5536-BDD2-4425-A27C-466ED8DA819A}" type="presParOf" srcId="{6AE132F4-098C-4AA2-B1D4-0185DDBF801B}" destId="{A0321C25-5AAB-4F1B-813E-3EF046E90163}" srcOrd="2" destOrd="0" presId="urn:microsoft.com/office/officeart/2005/8/layout/process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907AC37-F5B5-4890-9863-D994D2150DAF}">
      <dsp:nvSpPr>
        <dsp:cNvPr id="0" name=""/>
        <dsp:cNvSpPr/>
      </dsp:nvSpPr>
      <dsp:spPr>
        <a:xfrm>
          <a:off x="32243" y="128297"/>
          <a:ext cx="1295554" cy="518399"/>
        </a:xfrm>
        <a:prstGeom prst="roundRect">
          <a:avLst>
            <a:gd name="adj" fmla="val 10000"/>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5344" tIns="85344" rIns="85344" bIns="45720" numCol="1" spcCol="1270" anchor="t" anchorCtr="0">
          <a:noAutofit/>
        </a:bodyPr>
        <a:lstStyle/>
        <a:p>
          <a:pPr marL="0" lvl="0" indent="0" algn="l" defTabSz="533400">
            <a:lnSpc>
              <a:spcPct val="90000"/>
            </a:lnSpc>
            <a:spcBef>
              <a:spcPct val="0"/>
            </a:spcBef>
            <a:spcAft>
              <a:spcPct val="35000"/>
            </a:spcAft>
            <a:buNone/>
          </a:pPr>
          <a:r>
            <a:rPr lang="en-US" sz="1200" kern="1200" dirty="0">
              <a:latin typeface="Times New Roman" panose="02020603050405020304" pitchFamily="18" charset="0"/>
              <a:cs typeface="Times New Roman" panose="02020603050405020304" pitchFamily="18" charset="0"/>
            </a:rPr>
            <a:t>Review 1</a:t>
          </a:r>
        </a:p>
      </dsp:txBody>
      <dsp:txXfrm>
        <a:off x="32243" y="128297"/>
        <a:ext cx="1295554" cy="345600"/>
      </dsp:txXfrm>
    </dsp:sp>
    <dsp:sp modelId="{93168B0A-8492-4A42-8C03-5896BFA0D5E8}">
      <dsp:nvSpPr>
        <dsp:cNvPr id="0" name=""/>
        <dsp:cNvSpPr/>
      </dsp:nvSpPr>
      <dsp:spPr>
        <a:xfrm>
          <a:off x="6487" y="473897"/>
          <a:ext cx="1877777" cy="3456000"/>
        </a:xfrm>
        <a:prstGeom prst="roundRect">
          <a:avLst>
            <a:gd name="adj" fmla="val 10000"/>
          </a:avLst>
        </a:prstGeom>
        <a:solidFill>
          <a:schemeClr val="lt1">
            <a:alpha val="90000"/>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5344" tIns="85344" rIns="85344" bIns="85344" numCol="1" spcCol="1270" anchor="t" anchorCtr="0">
          <a:noAutofit/>
        </a:bodyPr>
        <a:lstStyle/>
        <a:p>
          <a:pPr marL="114300" lvl="1" indent="-114300" algn="l" defTabSz="533400">
            <a:lnSpc>
              <a:spcPct val="90000"/>
            </a:lnSpc>
            <a:spcBef>
              <a:spcPct val="0"/>
            </a:spcBef>
            <a:spcAft>
              <a:spcPct val="15000"/>
            </a:spcAft>
            <a:buNone/>
          </a:pPr>
          <a:endParaRPr lang="en-IN" sz="1200" kern="1200" dirty="0">
            <a:latin typeface="Times New Roman" panose="02020603050405020304" pitchFamily="18" charset="0"/>
            <a:cs typeface="Times New Roman" panose="02020603050405020304" pitchFamily="18" charset="0"/>
          </a:endParaRPr>
        </a:p>
        <a:p>
          <a:pPr marL="114300" lvl="1" indent="-114300" algn="l" defTabSz="533400">
            <a:lnSpc>
              <a:spcPct val="90000"/>
            </a:lnSpc>
            <a:spcBef>
              <a:spcPct val="0"/>
            </a:spcBef>
            <a:spcAft>
              <a:spcPct val="15000"/>
            </a:spcAft>
            <a:buFont typeface="Arial" panose="020B0604020202020204" pitchFamily="34" charset="0"/>
            <a:buChar char="•"/>
          </a:pPr>
          <a:r>
            <a:rPr lang="en-US" sz="1200" kern="1200" dirty="0">
              <a:latin typeface="Times New Roman" panose="02020603050405020304" pitchFamily="18" charset="0"/>
              <a:cs typeface="Times New Roman" panose="02020603050405020304" pitchFamily="18" charset="0"/>
            </a:rPr>
            <a:t>Identified problem and project scope</a:t>
          </a:r>
        </a:p>
        <a:p>
          <a:pPr marL="114300" lvl="1" indent="-114300" algn="l" defTabSz="533400">
            <a:lnSpc>
              <a:spcPct val="90000"/>
            </a:lnSpc>
            <a:spcBef>
              <a:spcPct val="0"/>
            </a:spcBef>
            <a:spcAft>
              <a:spcPct val="15000"/>
            </a:spcAft>
            <a:buFont typeface="Arial" panose="020B0604020202020204" pitchFamily="34" charset="0"/>
            <a:buChar char="•"/>
          </a:pPr>
          <a:endParaRPr lang="en-US" sz="1200" kern="1200" dirty="0">
            <a:latin typeface="Times New Roman" panose="02020603050405020304" pitchFamily="18" charset="0"/>
            <a:cs typeface="Times New Roman" panose="02020603050405020304" pitchFamily="18" charset="0"/>
          </a:endParaRPr>
        </a:p>
        <a:p>
          <a:pPr marL="114300" lvl="1" indent="-114300" algn="l" defTabSz="533400">
            <a:lnSpc>
              <a:spcPct val="90000"/>
            </a:lnSpc>
            <a:spcBef>
              <a:spcPct val="0"/>
            </a:spcBef>
            <a:spcAft>
              <a:spcPct val="15000"/>
            </a:spcAft>
            <a:buFont typeface="Arial" panose="020B0604020202020204" pitchFamily="34" charset="0"/>
            <a:buChar char="•"/>
          </a:pPr>
          <a:r>
            <a:rPr lang="en-US" sz="1200" kern="1200" dirty="0">
              <a:latin typeface="Times New Roman" panose="02020603050405020304" pitchFamily="18" charset="0"/>
              <a:cs typeface="Times New Roman" panose="02020603050405020304" pitchFamily="18" charset="0"/>
            </a:rPr>
            <a:t>Studied existing systems and drawbacks</a:t>
          </a:r>
        </a:p>
        <a:p>
          <a:pPr marL="114300" lvl="1" indent="-114300" algn="l" defTabSz="533400">
            <a:lnSpc>
              <a:spcPct val="90000"/>
            </a:lnSpc>
            <a:spcBef>
              <a:spcPct val="0"/>
            </a:spcBef>
            <a:spcAft>
              <a:spcPct val="15000"/>
            </a:spcAft>
            <a:buFont typeface="Arial" panose="020B0604020202020204" pitchFamily="34" charset="0"/>
            <a:buChar char="•"/>
          </a:pPr>
          <a:endParaRPr lang="en-US" sz="1200" kern="1200" dirty="0">
            <a:latin typeface="Times New Roman" panose="02020603050405020304" pitchFamily="18" charset="0"/>
            <a:cs typeface="Times New Roman" panose="02020603050405020304" pitchFamily="18" charset="0"/>
          </a:endParaRPr>
        </a:p>
        <a:p>
          <a:pPr marL="114300" lvl="1" indent="-114300" algn="l" defTabSz="533400">
            <a:lnSpc>
              <a:spcPct val="90000"/>
            </a:lnSpc>
            <a:spcBef>
              <a:spcPct val="0"/>
            </a:spcBef>
            <a:spcAft>
              <a:spcPct val="15000"/>
            </a:spcAft>
            <a:buFont typeface="Arial" panose="020B0604020202020204" pitchFamily="34" charset="0"/>
            <a:buChar char="•"/>
          </a:pPr>
          <a:r>
            <a:rPr lang="en-US" sz="1200" kern="1200" dirty="0">
              <a:latin typeface="Times New Roman" panose="02020603050405020304" pitchFamily="18" charset="0"/>
              <a:cs typeface="Times New Roman" panose="02020603050405020304" pitchFamily="18" charset="0"/>
            </a:rPr>
            <a:t>Defined objectives and solution approach</a:t>
          </a:r>
        </a:p>
        <a:p>
          <a:pPr marL="114300" lvl="1" indent="-114300" algn="l" defTabSz="533400">
            <a:lnSpc>
              <a:spcPct val="90000"/>
            </a:lnSpc>
            <a:spcBef>
              <a:spcPct val="0"/>
            </a:spcBef>
            <a:spcAft>
              <a:spcPct val="15000"/>
            </a:spcAft>
            <a:buFont typeface="Arial" panose="020B0604020202020204" pitchFamily="34" charset="0"/>
            <a:buChar char="•"/>
          </a:pPr>
          <a:endParaRPr lang="en-US" sz="1200" kern="1200" dirty="0">
            <a:latin typeface="Times New Roman" panose="02020603050405020304" pitchFamily="18" charset="0"/>
            <a:cs typeface="Times New Roman" panose="02020603050405020304" pitchFamily="18" charset="0"/>
          </a:endParaRPr>
        </a:p>
        <a:p>
          <a:pPr marL="114300" lvl="1" indent="-114300" algn="l" defTabSz="533400">
            <a:lnSpc>
              <a:spcPct val="90000"/>
            </a:lnSpc>
            <a:spcBef>
              <a:spcPct val="0"/>
            </a:spcBef>
            <a:spcAft>
              <a:spcPct val="15000"/>
            </a:spcAft>
            <a:buFont typeface="Arial" panose="020B0604020202020204" pitchFamily="34" charset="0"/>
            <a:buChar char="•"/>
          </a:pPr>
          <a:r>
            <a:rPr lang="en-IN" sz="1200" kern="1200" dirty="0">
              <a:latin typeface="Times New Roman" panose="02020603050405020304" pitchFamily="18" charset="0"/>
              <a:cs typeface="Times New Roman" panose="02020603050405020304" pitchFamily="18" charset="0"/>
            </a:rPr>
            <a:t>Selected technology stack</a:t>
          </a:r>
        </a:p>
        <a:p>
          <a:pPr marL="114300" lvl="1" indent="-114300" algn="l" defTabSz="533400">
            <a:lnSpc>
              <a:spcPct val="90000"/>
            </a:lnSpc>
            <a:spcBef>
              <a:spcPct val="0"/>
            </a:spcBef>
            <a:spcAft>
              <a:spcPct val="15000"/>
            </a:spcAft>
            <a:buFont typeface="Arial" panose="020B0604020202020204" pitchFamily="34" charset="0"/>
            <a:buChar char="•"/>
          </a:pPr>
          <a:endParaRPr lang="en-IN" sz="1200" kern="1200" dirty="0">
            <a:latin typeface="Times New Roman" panose="02020603050405020304" pitchFamily="18" charset="0"/>
            <a:cs typeface="Times New Roman" panose="02020603050405020304" pitchFamily="18" charset="0"/>
          </a:endParaRPr>
        </a:p>
      </dsp:txBody>
      <dsp:txXfrm>
        <a:off x="61485" y="528895"/>
        <a:ext cx="1767781" cy="3346004"/>
      </dsp:txXfrm>
    </dsp:sp>
    <dsp:sp modelId="{5E933F41-31E5-4B7C-9C73-008DC3B6BA5F}">
      <dsp:nvSpPr>
        <dsp:cNvPr id="0" name=""/>
        <dsp:cNvSpPr/>
      </dsp:nvSpPr>
      <dsp:spPr>
        <a:xfrm>
          <a:off x="1601334" y="139819"/>
          <a:ext cx="579895" cy="322555"/>
        </a:xfrm>
        <a:prstGeom prst="rightArrow">
          <a:avLst>
            <a:gd name="adj1" fmla="val 60000"/>
            <a:gd name="adj2" fmla="val 5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44500">
            <a:lnSpc>
              <a:spcPct val="90000"/>
            </a:lnSpc>
            <a:spcBef>
              <a:spcPct val="0"/>
            </a:spcBef>
            <a:spcAft>
              <a:spcPct val="35000"/>
            </a:spcAft>
            <a:buNone/>
          </a:pPr>
          <a:endParaRPr lang="en-US" sz="1000" kern="1200">
            <a:latin typeface="Times New Roman" panose="02020603050405020304" pitchFamily="18" charset="0"/>
            <a:cs typeface="Times New Roman" panose="02020603050405020304" pitchFamily="18" charset="0"/>
          </a:endParaRPr>
        </a:p>
      </dsp:txBody>
      <dsp:txXfrm>
        <a:off x="1601334" y="204330"/>
        <a:ext cx="483129" cy="193533"/>
      </dsp:txXfrm>
    </dsp:sp>
    <dsp:sp modelId="{14F32D9C-3CB8-45C5-96CE-1A96261B212A}">
      <dsp:nvSpPr>
        <dsp:cNvPr id="0" name=""/>
        <dsp:cNvSpPr/>
      </dsp:nvSpPr>
      <dsp:spPr>
        <a:xfrm>
          <a:off x="2421941" y="128297"/>
          <a:ext cx="1295554" cy="518399"/>
        </a:xfrm>
        <a:prstGeom prst="roundRect">
          <a:avLst>
            <a:gd name="adj" fmla="val 10000"/>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5344" tIns="85344" rIns="85344" bIns="45720" numCol="1" spcCol="1270" anchor="t" anchorCtr="0">
          <a:noAutofit/>
        </a:bodyPr>
        <a:lstStyle/>
        <a:p>
          <a:pPr marL="0" lvl="0" indent="0" algn="l" defTabSz="533400">
            <a:lnSpc>
              <a:spcPct val="90000"/>
            </a:lnSpc>
            <a:spcBef>
              <a:spcPct val="0"/>
            </a:spcBef>
            <a:spcAft>
              <a:spcPct val="35000"/>
            </a:spcAft>
            <a:buNone/>
          </a:pPr>
          <a:r>
            <a:rPr lang="en-US" sz="1200" kern="1200" dirty="0">
              <a:latin typeface="Times New Roman" panose="02020603050405020304" pitchFamily="18" charset="0"/>
              <a:cs typeface="Times New Roman" panose="02020603050405020304" pitchFamily="18" charset="0"/>
            </a:rPr>
            <a:t>Review 2</a:t>
          </a:r>
        </a:p>
      </dsp:txBody>
      <dsp:txXfrm>
        <a:off x="2421941" y="128297"/>
        <a:ext cx="1295554" cy="345600"/>
      </dsp:txXfrm>
    </dsp:sp>
    <dsp:sp modelId="{B1F8F3C2-59B5-4954-A4A9-7B8FA51644DD}">
      <dsp:nvSpPr>
        <dsp:cNvPr id="0" name=""/>
        <dsp:cNvSpPr/>
      </dsp:nvSpPr>
      <dsp:spPr>
        <a:xfrm>
          <a:off x="2404515" y="473897"/>
          <a:ext cx="1861116" cy="3456000"/>
        </a:xfrm>
        <a:prstGeom prst="roundRect">
          <a:avLst>
            <a:gd name="adj" fmla="val 10000"/>
          </a:avLst>
        </a:prstGeom>
        <a:solidFill>
          <a:schemeClr val="lt1">
            <a:alpha val="90000"/>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5344" tIns="85344" rIns="85344" bIns="85344" numCol="1" spcCol="1270" anchor="t" anchorCtr="0">
          <a:noAutofit/>
        </a:bodyPr>
        <a:lstStyle/>
        <a:p>
          <a:pPr marL="114300" lvl="1" indent="-114300" algn="l" defTabSz="533400">
            <a:lnSpc>
              <a:spcPct val="90000"/>
            </a:lnSpc>
            <a:spcBef>
              <a:spcPct val="0"/>
            </a:spcBef>
            <a:spcAft>
              <a:spcPct val="15000"/>
            </a:spcAft>
            <a:buFont typeface="Arial" panose="020B0604020202020204" pitchFamily="34" charset="0"/>
            <a:buChar char="•"/>
          </a:pPr>
          <a:r>
            <a:rPr lang="en-IN" sz="1200" kern="1200" dirty="0">
              <a:latin typeface="Times New Roman" panose="02020603050405020304" pitchFamily="18" charset="0"/>
              <a:cs typeface="Times New Roman" panose="02020603050405020304" pitchFamily="18" charset="0"/>
            </a:rPr>
            <a:t>Conducted detailed literature survey</a:t>
          </a:r>
          <a:endParaRPr lang="en-US" sz="1200" kern="1200" dirty="0">
            <a:latin typeface="Times New Roman" panose="02020603050405020304" pitchFamily="18" charset="0"/>
            <a:cs typeface="Times New Roman" panose="02020603050405020304" pitchFamily="18" charset="0"/>
          </a:endParaRPr>
        </a:p>
        <a:p>
          <a:pPr marL="114300" lvl="1" indent="-114300" algn="l" defTabSz="533400">
            <a:lnSpc>
              <a:spcPct val="90000"/>
            </a:lnSpc>
            <a:spcBef>
              <a:spcPct val="0"/>
            </a:spcBef>
            <a:spcAft>
              <a:spcPct val="15000"/>
            </a:spcAft>
            <a:buFont typeface="Arial" panose="020B0604020202020204" pitchFamily="34" charset="0"/>
            <a:buChar char="•"/>
          </a:pPr>
          <a:endParaRPr lang="en-US" sz="1200" kern="1200" dirty="0">
            <a:latin typeface="Times New Roman" panose="02020603050405020304" pitchFamily="18" charset="0"/>
            <a:cs typeface="Times New Roman" panose="02020603050405020304" pitchFamily="18" charset="0"/>
          </a:endParaRPr>
        </a:p>
        <a:p>
          <a:pPr marL="114300" lvl="1" indent="-114300" algn="l" defTabSz="533400">
            <a:lnSpc>
              <a:spcPct val="90000"/>
            </a:lnSpc>
            <a:spcBef>
              <a:spcPct val="0"/>
            </a:spcBef>
            <a:spcAft>
              <a:spcPct val="15000"/>
            </a:spcAft>
            <a:buFont typeface="Arial" panose="020B0604020202020204" pitchFamily="34" charset="0"/>
            <a:buChar char="•"/>
          </a:pPr>
          <a:r>
            <a:rPr lang="en-IN" sz="1200" kern="1200" dirty="0">
              <a:latin typeface="Times New Roman" panose="02020603050405020304" pitchFamily="18" charset="0"/>
              <a:cs typeface="Times New Roman" panose="02020603050405020304" pitchFamily="18" charset="0"/>
            </a:rPr>
            <a:t>Identified research gaps</a:t>
          </a:r>
        </a:p>
        <a:p>
          <a:pPr marL="114300" lvl="1" indent="-114300" algn="l" defTabSz="533400">
            <a:lnSpc>
              <a:spcPct val="90000"/>
            </a:lnSpc>
            <a:spcBef>
              <a:spcPct val="0"/>
            </a:spcBef>
            <a:spcAft>
              <a:spcPct val="15000"/>
            </a:spcAft>
            <a:buFont typeface="Arial" panose="020B0604020202020204" pitchFamily="34" charset="0"/>
            <a:buChar char="•"/>
          </a:pPr>
          <a:r>
            <a:rPr lang="en-IN" sz="1200" kern="1200" dirty="0">
              <a:latin typeface="Times New Roman" panose="02020603050405020304" pitchFamily="18" charset="0"/>
              <a:cs typeface="Times New Roman" panose="02020603050405020304" pitchFamily="18" charset="0"/>
            </a:rPr>
            <a:t>Designed system architecture</a:t>
          </a:r>
        </a:p>
        <a:p>
          <a:pPr marL="114300" lvl="1" indent="-114300" algn="l" defTabSz="533400">
            <a:lnSpc>
              <a:spcPct val="90000"/>
            </a:lnSpc>
            <a:spcBef>
              <a:spcPct val="0"/>
            </a:spcBef>
            <a:spcAft>
              <a:spcPct val="15000"/>
            </a:spcAft>
            <a:buFont typeface="Arial" panose="020B0604020202020204" pitchFamily="34" charset="0"/>
            <a:buChar char="•"/>
          </a:pPr>
          <a:endParaRPr lang="en-IN" sz="1200" kern="1200" dirty="0">
            <a:latin typeface="Times New Roman" panose="02020603050405020304" pitchFamily="18" charset="0"/>
            <a:cs typeface="Times New Roman" panose="02020603050405020304" pitchFamily="18" charset="0"/>
          </a:endParaRPr>
        </a:p>
        <a:p>
          <a:pPr marL="114300" lvl="1" indent="-114300" algn="l" defTabSz="533400">
            <a:lnSpc>
              <a:spcPct val="90000"/>
            </a:lnSpc>
            <a:spcBef>
              <a:spcPct val="0"/>
            </a:spcBef>
            <a:spcAft>
              <a:spcPct val="15000"/>
            </a:spcAft>
            <a:buFont typeface="Arial" panose="020B0604020202020204" pitchFamily="34" charset="0"/>
            <a:buChar char="•"/>
          </a:pPr>
          <a:r>
            <a:rPr lang="en-US" sz="1200" kern="1200" dirty="0">
              <a:latin typeface="Times New Roman" panose="02020603050405020304" pitchFamily="18" charset="0"/>
              <a:cs typeface="Times New Roman" panose="02020603050405020304" pitchFamily="18" charset="0"/>
            </a:rPr>
            <a:t>Defined core modules and workflows</a:t>
          </a:r>
        </a:p>
        <a:p>
          <a:pPr marL="114300" lvl="1" indent="-114300" algn="l" defTabSz="533400">
            <a:lnSpc>
              <a:spcPct val="90000"/>
            </a:lnSpc>
            <a:spcBef>
              <a:spcPct val="0"/>
            </a:spcBef>
            <a:spcAft>
              <a:spcPct val="15000"/>
            </a:spcAft>
            <a:buFont typeface="Arial" panose="020B0604020202020204" pitchFamily="34" charset="0"/>
            <a:buChar char="•"/>
          </a:pPr>
          <a:endParaRPr lang="en-US" sz="1200" kern="1200" dirty="0">
            <a:latin typeface="Times New Roman" panose="02020603050405020304" pitchFamily="18" charset="0"/>
            <a:cs typeface="Times New Roman" panose="02020603050405020304" pitchFamily="18" charset="0"/>
          </a:endParaRPr>
        </a:p>
        <a:p>
          <a:pPr marL="114300" lvl="1" indent="-114300" algn="l" defTabSz="533400">
            <a:lnSpc>
              <a:spcPct val="90000"/>
            </a:lnSpc>
            <a:spcBef>
              <a:spcPct val="0"/>
            </a:spcBef>
            <a:spcAft>
              <a:spcPct val="15000"/>
            </a:spcAft>
            <a:buFont typeface="Arial" panose="020B0604020202020204" pitchFamily="34" charset="0"/>
            <a:buChar char="•"/>
          </a:pPr>
          <a:r>
            <a:rPr lang="en-US" sz="1200" kern="1200" dirty="0">
              <a:latin typeface="Times New Roman" panose="02020603050405020304" pitchFamily="18" charset="0"/>
              <a:cs typeface="Times New Roman" panose="02020603050405020304" pitchFamily="18" charset="0"/>
            </a:rPr>
            <a:t>Analyzed feasibility of the system</a:t>
          </a:r>
        </a:p>
      </dsp:txBody>
      <dsp:txXfrm>
        <a:off x="2459025" y="528407"/>
        <a:ext cx="1752096" cy="3346980"/>
      </dsp:txXfrm>
    </dsp:sp>
    <dsp:sp modelId="{BBDB3136-1DEE-48E0-B439-6F3383246EA4}">
      <dsp:nvSpPr>
        <dsp:cNvPr id="0" name=""/>
        <dsp:cNvSpPr/>
      </dsp:nvSpPr>
      <dsp:spPr>
        <a:xfrm>
          <a:off x="3984592" y="139819"/>
          <a:ext cx="566244" cy="322555"/>
        </a:xfrm>
        <a:prstGeom prst="rightArrow">
          <a:avLst>
            <a:gd name="adj1" fmla="val 60000"/>
            <a:gd name="adj2" fmla="val 5000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44500">
            <a:lnSpc>
              <a:spcPct val="90000"/>
            </a:lnSpc>
            <a:spcBef>
              <a:spcPct val="0"/>
            </a:spcBef>
            <a:spcAft>
              <a:spcPct val="35000"/>
            </a:spcAft>
            <a:buNone/>
          </a:pPr>
          <a:endParaRPr lang="en-US" sz="1000" kern="1200">
            <a:latin typeface="Times New Roman" panose="02020603050405020304" pitchFamily="18" charset="0"/>
            <a:cs typeface="Times New Roman" panose="02020603050405020304" pitchFamily="18" charset="0"/>
          </a:endParaRPr>
        </a:p>
      </dsp:txBody>
      <dsp:txXfrm>
        <a:off x="3984592" y="204330"/>
        <a:ext cx="469478" cy="193533"/>
      </dsp:txXfrm>
    </dsp:sp>
    <dsp:sp modelId="{E15C2677-1197-42CF-872E-C15C767C62D5}">
      <dsp:nvSpPr>
        <dsp:cNvPr id="0" name=""/>
        <dsp:cNvSpPr/>
      </dsp:nvSpPr>
      <dsp:spPr>
        <a:xfrm>
          <a:off x="4785882" y="128297"/>
          <a:ext cx="1295554" cy="518399"/>
        </a:xfrm>
        <a:prstGeom prst="roundRect">
          <a:avLst>
            <a:gd name="adj" fmla="val 10000"/>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5344" tIns="85344" rIns="85344" bIns="45720" numCol="1" spcCol="1270" anchor="t" anchorCtr="0">
          <a:noAutofit/>
        </a:bodyPr>
        <a:lstStyle/>
        <a:p>
          <a:pPr marL="0" lvl="0" indent="0" algn="l" defTabSz="533400">
            <a:lnSpc>
              <a:spcPct val="90000"/>
            </a:lnSpc>
            <a:spcBef>
              <a:spcPct val="0"/>
            </a:spcBef>
            <a:spcAft>
              <a:spcPct val="35000"/>
            </a:spcAft>
            <a:buNone/>
          </a:pPr>
          <a:r>
            <a:rPr lang="en-US" sz="1200" kern="1200" dirty="0">
              <a:latin typeface="Times New Roman" panose="02020603050405020304" pitchFamily="18" charset="0"/>
              <a:cs typeface="Times New Roman" panose="02020603050405020304" pitchFamily="18" charset="0"/>
            </a:rPr>
            <a:t>Review 3</a:t>
          </a:r>
        </a:p>
      </dsp:txBody>
      <dsp:txXfrm>
        <a:off x="4785882" y="128297"/>
        <a:ext cx="1295554" cy="345600"/>
      </dsp:txXfrm>
    </dsp:sp>
    <dsp:sp modelId="{4325146D-8C30-4108-95A6-8F9CC6DDACAA}">
      <dsp:nvSpPr>
        <dsp:cNvPr id="0" name=""/>
        <dsp:cNvSpPr/>
      </dsp:nvSpPr>
      <dsp:spPr>
        <a:xfrm>
          <a:off x="5051237" y="473897"/>
          <a:ext cx="1295554" cy="3456000"/>
        </a:xfrm>
        <a:prstGeom prst="roundRect">
          <a:avLst>
            <a:gd name="adj" fmla="val 10000"/>
          </a:avLst>
        </a:prstGeom>
        <a:solidFill>
          <a:schemeClr val="lt1">
            <a:alpha val="90000"/>
            <a:hueOff val="0"/>
            <a:satOff val="0"/>
            <a:lumOff val="0"/>
            <a:alphaOff val="0"/>
          </a:schemeClr>
        </a:solidFill>
        <a:ln w="1270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5344" tIns="85344" rIns="85344" bIns="85344" numCol="1" spcCol="1270" anchor="t" anchorCtr="0">
          <a:noAutofit/>
        </a:bodyPr>
        <a:lstStyle/>
        <a:p>
          <a:pPr marL="114300" lvl="1" indent="-114300" algn="l" defTabSz="533400">
            <a:lnSpc>
              <a:spcPct val="90000"/>
            </a:lnSpc>
            <a:spcBef>
              <a:spcPct val="0"/>
            </a:spcBef>
            <a:spcAft>
              <a:spcPct val="15000"/>
            </a:spcAft>
            <a:buChar char="•"/>
          </a:pPr>
          <a:endParaRPr lang="en-US" sz="1200" kern="1200" dirty="0">
            <a:latin typeface="Times New Roman" panose="02020603050405020304" pitchFamily="18" charset="0"/>
            <a:cs typeface="Times New Roman" panose="02020603050405020304" pitchFamily="18" charset="0"/>
          </a:endParaRPr>
        </a:p>
      </dsp:txBody>
      <dsp:txXfrm>
        <a:off x="5089182" y="511842"/>
        <a:ext cx="1219664" cy="3380110"/>
      </dsp:txXfrm>
    </dsp:sp>
    <dsp:sp modelId="{1AEBA08D-9028-485B-A35C-77F1325594C7}">
      <dsp:nvSpPr>
        <dsp:cNvPr id="0" name=""/>
        <dsp:cNvSpPr/>
      </dsp:nvSpPr>
      <dsp:spPr>
        <a:xfrm>
          <a:off x="6277838" y="139819"/>
          <a:ext cx="416371" cy="322555"/>
        </a:xfrm>
        <a:prstGeom prst="rightArrow">
          <a:avLst>
            <a:gd name="adj1" fmla="val 60000"/>
            <a:gd name="adj2" fmla="val 5000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44500">
            <a:lnSpc>
              <a:spcPct val="90000"/>
            </a:lnSpc>
            <a:spcBef>
              <a:spcPct val="0"/>
            </a:spcBef>
            <a:spcAft>
              <a:spcPct val="35000"/>
            </a:spcAft>
            <a:buNone/>
          </a:pPr>
          <a:endParaRPr lang="en-US" sz="1000" kern="1200">
            <a:latin typeface="Times New Roman" panose="02020603050405020304" pitchFamily="18" charset="0"/>
            <a:cs typeface="Times New Roman" panose="02020603050405020304" pitchFamily="18" charset="0"/>
          </a:endParaRPr>
        </a:p>
      </dsp:txBody>
      <dsp:txXfrm>
        <a:off x="6277838" y="204330"/>
        <a:ext cx="319605" cy="193533"/>
      </dsp:txXfrm>
    </dsp:sp>
    <dsp:sp modelId="{2FD47864-574A-4310-B89B-2727EFE81983}">
      <dsp:nvSpPr>
        <dsp:cNvPr id="0" name=""/>
        <dsp:cNvSpPr/>
      </dsp:nvSpPr>
      <dsp:spPr>
        <a:xfrm>
          <a:off x="6867043" y="128297"/>
          <a:ext cx="1295554" cy="518399"/>
        </a:xfrm>
        <a:prstGeom prst="roundRect">
          <a:avLst>
            <a:gd name="adj" fmla="val 10000"/>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5344" tIns="85344" rIns="85344" bIns="45720" numCol="1" spcCol="1270" anchor="t" anchorCtr="0">
          <a:noAutofit/>
        </a:bodyPr>
        <a:lstStyle/>
        <a:p>
          <a:pPr marL="0" lvl="0" indent="0" algn="l" defTabSz="533400">
            <a:lnSpc>
              <a:spcPct val="90000"/>
            </a:lnSpc>
            <a:spcBef>
              <a:spcPct val="0"/>
            </a:spcBef>
            <a:spcAft>
              <a:spcPct val="35000"/>
            </a:spcAft>
            <a:buNone/>
          </a:pPr>
          <a:r>
            <a:rPr lang="en-US" sz="1200" kern="1200" dirty="0">
              <a:latin typeface="Times New Roman" panose="02020603050405020304" pitchFamily="18" charset="0"/>
              <a:cs typeface="Times New Roman" panose="02020603050405020304" pitchFamily="18" charset="0"/>
            </a:rPr>
            <a:t>Review 4</a:t>
          </a:r>
        </a:p>
      </dsp:txBody>
      <dsp:txXfrm>
        <a:off x="6867043" y="128297"/>
        <a:ext cx="1295554" cy="345600"/>
      </dsp:txXfrm>
    </dsp:sp>
    <dsp:sp modelId="{50311956-7C8C-4D28-8CFC-F8D462C5944E}">
      <dsp:nvSpPr>
        <dsp:cNvPr id="0" name=""/>
        <dsp:cNvSpPr/>
      </dsp:nvSpPr>
      <dsp:spPr>
        <a:xfrm>
          <a:off x="7132397" y="473897"/>
          <a:ext cx="1295554" cy="3456000"/>
        </a:xfrm>
        <a:prstGeom prst="roundRect">
          <a:avLst>
            <a:gd name="adj" fmla="val 10000"/>
          </a:avLst>
        </a:prstGeom>
        <a:solidFill>
          <a:schemeClr val="lt1">
            <a:alpha val="90000"/>
            <a:hueOff val="0"/>
            <a:satOff val="0"/>
            <a:lumOff val="0"/>
            <a:alphaOff val="0"/>
          </a:schemeClr>
        </a:solidFill>
        <a:ln w="1270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12DC9591-2302-457C-B6F3-FF2CADB8554B}">
      <dsp:nvSpPr>
        <dsp:cNvPr id="0" name=""/>
        <dsp:cNvSpPr/>
      </dsp:nvSpPr>
      <dsp:spPr>
        <a:xfrm>
          <a:off x="8358999" y="139819"/>
          <a:ext cx="416371" cy="322555"/>
        </a:xfrm>
        <a:prstGeom prst="rightArrow">
          <a:avLst>
            <a:gd name="adj1" fmla="val 60000"/>
            <a:gd name="adj2" fmla="val 50000"/>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44500">
            <a:lnSpc>
              <a:spcPct val="90000"/>
            </a:lnSpc>
            <a:spcBef>
              <a:spcPct val="0"/>
            </a:spcBef>
            <a:spcAft>
              <a:spcPct val="35000"/>
            </a:spcAft>
            <a:buNone/>
          </a:pPr>
          <a:endParaRPr lang="en-US" sz="1000" kern="1200">
            <a:latin typeface="Times New Roman" panose="02020603050405020304" pitchFamily="18" charset="0"/>
            <a:cs typeface="Times New Roman" panose="02020603050405020304" pitchFamily="18" charset="0"/>
          </a:endParaRPr>
        </a:p>
      </dsp:txBody>
      <dsp:txXfrm>
        <a:off x="8358999" y="204330"/>
        <a:ext cx="319605" cy="193533"/>
      </dsp:txXfrm>
    </dsp:sp>
    <dsp:sp modelId="{A1F1BB1A-A481-45D5-A364-367D6ADCF468}">
      <dsp:nvSpPr>
        <dsp:cNvPr id="0" name=""/>
        <dsp:cNvSpPr/>
      </dsp:nvSpPr>
      <dsp:spPr>
        <a:xfrm>
          <a:off x="8948203" y="128297"/>
          <a:ext cx="1295554" cy="518399"/>
        </a:xfrm>
        <a:prstGeom prst="roundRect">
          <a:avLst>
            <a:gd name="adj" fmla="val 10000"/>
          </a:avLst>
        </a:prstGeom>
        <a:solidFill>
          <a:schemeClr val="accent6">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5344" tIns="85344" rIns="85344" bIns="45720" numCol="1" spcCol="1270" anchor="t" anchorCtr="0">
          <a:noAutofit/>
        </a:bodyPr>
        <a:lstStyle/>
        <a:p>
          <a:pPr marL="0" lvl="0" indent="0" algn="l" defTabSz="533400">
            <a:lnSpc>
              <a:spcPct val="90000"/>
            </a:lnSpc>
            <a:spcBef>
              <a:spcPct val="0"/>
            </a:spcBef>
            <a:spcAft>
              <a:spcPct val="35000"/>
            </a:spcAft>
            <a:buNone/>
          </a:pPr>
          <a:r>
            <a:rPr lang="en-US" sz="1200" kern="1200" dirty="0">
              <a:latin typeface="Times New Roman" panose="02020603050405020304" pitchFamily="18" charset="0"/>
              <a:cs typeface="Times New Roman" panose="02020603050405020304" pitchFamily="18" charset="0"/>
            </a:rPr>
            <a:t>Final Review</a:t>
          </a:r>
        </a:p>
      </dsp:txBody>
      <dsp:txXfrm>
        <a:off x="8948203" y="128297"/>
        <a:ext cx="1295554" cy="345600"/>
      </dsp:txXfrm>
    </dsp:sp>
    <dsp:sp modelId="{A0321C25-5AAB-4F1B-813E-3EF046E90163}">
      <dsp:nvSpPr>
        <dsp:cNvPr id="0" name=""/>
        <dsp:cNvSpPr/>
      </dsp:nvSpPr>
      <dsp:spPr>
        <a:xfrm>
          <a:off x="9213558" y="473897"/>
          <a:ext cx="1295554" cy="3456000"/>
        </a:xfrm>
        <a:prstGeom prst="roundRect">
          <a:avLst>
            <a:gd name="adj" fmla="val 10000"/>
          </a:avLst>
        </a:prstGeom>
        <a:solidFill>
          <a:schemeClr val="lt1">
            <a:alpha val="90000"/>
            <a:hueOff val="0"/>
            <a:satOff val="0"/>
            <a:lumOff val="0"/>
            <a:alphaOff val="0"/>
          </a:schemeClr>
        </a:solidFill>
        <a:ln w="12700" cap="flat" cmpd="sng" algn="ctr">
          <a:solidFill>
            <a:schemeClr val="accent6">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layout1.xml><?xml version="1.0" encoding="utf-8"?>
<dgm:layoutDef xmlns:dgm="http://schemas.openxmlformats.org/drawingml/2006/diagram" xmlns:a="http://schemas.openxmlformats.org/drawingml/2006/main" uniqueId="urn:microsoft.com/office/officeart/2005/8/layout/process3">
  <dgm:title val=""/>
  <dgm:desc val=""/>
  <dgm:catLst>
    <dgm:cat type="process" pri="20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Lst>
      <dgm:cxnLst>
        <dgm:cxn modelId="4" srcId="0" destId="1" srcOrd="0" destOrd="0"/>
        <dgm:cxn modelId="5" srcId="0" destId="2" srcOrd="1" destOrd="0"/>
        <dgm:cxn modelId="6" srcId="0" destId="3" srcOrd="3" destOrd="0"/>
        <dgm:cxn modelId="12" srcId="1" destId="11" srcOrd="0" destOrd="0"/>
        <dgm:cxn modelId="23" srcId="2" destId="21" srcOrd="0" destOrd="0"/>
        <dgm:cxn modelId="34" srcId="3" destId="31" srcOrd="0" destOrd="0"/>
      </dgm:cxnLst>
      <dgm:bg/>
      <dgm:whole/>
    </dgm:dataModel>
  </dgm:sampData>
  <dgm:style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4">
          <dgm:prSet phldr="1"/>
        </dgm:pt>
        <dgm:pt modelId="41">
          <dgm:prSet phldr="1"/>
        </dgm:pt>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choose name="Name0">
      <dgm:if name="Name1" func="var" arg="dir" op="equ" val="norm">
        <dgm:alg type="lin"/>
      </dgm:if>
      <dgm:else name="Name2">
        <dgm:alg type="lin">
          <dgm:param type="linDir" val="fromR"/>
        </dgm:alg>
      </dgm:else>
    </dgm:choose>
    <dgm:shape xmlns:r="http://schemas.openxmlformats.org/officeDocument/2006/relationships" r:blip="">
      <dgm:adjLst/>
    </dgm:shape>
    <dgm:presOf/>
    <dgm:constrLst>
      <dgm:constr type="w" for="ch" forName="composite" refType="w"/>
      <dgm:constr type="w" for="ch" ptType="sibTrans" refType="w" refFor="ch" refForName="composite" fact="0.3333"/>
      <dgm:constr type="w" for="des" forName="parTx"/>
      <dgm:constr type="h" for="des" forName="parTx" op="equ"/>
      <dgm:constr type="h" for="des" forName="parSh" op="equ"/>
      <dgm:constr type="w" for="des" forName="desTx"/>
      <dgm:constr type="h" for="des" forName="desTx" op="equ"/>
      <dgm:constr type="w" for="des" forName="parSh"/>
      <dgm:constr type="primFontSz" for="des" forName="parTx" val="65"/>
      <dgm:constr type="secFontSz" for="des" forName="desTx" refType="primFontSz" refFor="des" refForName="parTx" op="equ"/>
      <dgm:constr type="primFontSz" for="des" forName="connTx" refType="primFontSz" refFor="des" refForName="parTx" fact="0.8"/>
      <dgm:constr type="primFontSz" for="des" forName="connTx" refType="primFontSz" refFor="des" refForName="parTx" op="lte" fact="0.8"/>
      <dgm:constr type="h" for="des" forName="parTx" refType="primFontSz" refFor="des" refForName="parTx" fact="0.8"/>
      <dgm:constr type="h" for="des" forName="parSh" refType="primFontSz" refFor="des" refForName="parTx" fact="1.2"/>
      <dgm:constr type="h" for="des" forName="desTx" refType="primFontSz" refFor="des" refForName="parTx" fact="1.6"/>
      <dgm:constr type="h" for="des" forName="parSh" refType="h" refFor="des" refForName="parTx" op="lte" fact="1.5"/>
      <dgm:constr type="h" for="des" forName="parSh" refType="h" refFor="des" refForName="parTx" op="gte" fact="1.5"/>
    </dgm:constrLst>
    <dgm:ruleLst>
      <dgm:rule type="w" for="ch" forName="composite" val="0" fact="NaN" max="NaN"/>
      <dgm:rule type="primFontSz" for="des" forName="parTx" val="5" fact="NaN" max="NaN"/>
    </dgm:ruleLst>
    <dgm:forEach name="Name3" axis="ch" ptType="node">
      <dgm:layoutNode name="composite">
        <dgm:alg type="composite"/>
        <dgm:shape xmlns:r="http://schemas.openxmlformats.org/officeDocument/2006/relationships" r:blip="">
          <dgm:adjLst/>
        </dgm:shape>
        <dgm:presOf/>
        <dgm:choose name="Name4">
          <dgm:if name="Name5" func="var" arg="dir" op="equ" val="norm">
            <dgm:constrLst>
              <dgm:constr type="h" refType="w" fact="1000"/>
              <dgm:constr type="l" for="ch" forName="parTx"/>
              <dgm:constr type="w" for="ch" forName="parTx" refType="w" fact="0.83"/>
              <dgm:constr type="t" for="ch" forName="parTx"/>
              <dgm:constr type="l" for="ch" forName="parSh"/>
              <dgm:constr type="w" for="ch" forName="parSh" refType="w" refFor="ch" refForName="parTx"/>
              <dgm:constr type="t" for="ch" forName="parSh"/>
              <dgm:constr type="l" for="ch" forName="desTx" refType="w" fact="0.17"/>
              <dgm:constr type="w" for="ch" forName="desTx" refType="w" refFor="ch" refForName="parTx"/>
              <dgm:constr type="t" for="ch" forName="desTx" refType="h" refFor="ch" refForName="parTx"/>
            </dgm:constrLst>
          </dgm:if>
          <dgm:else name="Name6">
            <dgm:constrLst>
              <dgm:constr type="h" refType="w" fact="1000"/>
              <dgm:constr type="l" for="ch" forName="parTx" refType="w" fact="0.17"/>
              <dgm:constr type="w" for="ch" forName="parTx" refType="w" fact="0.83"/>
              <dgm:constr type="t" for="ch" forName="parTx"/>
              <dgm:constr type="l" for="ch" forName="parSh" refType="w" fact="0.15"/>
              <dgm:constr type="w" for="ch" forName="parSh" refType="w" refFor="ch" refForName="parTx"/>
              <dgm:constr type="t" for="ch" forName="parSh"/>
              <dgm:constr type="l" for="ch" forName="desTx"/>
              <dgm:constr type="w" for="ch" forName="desTx" refType="w" refFor="ch" refForName="parTx"/>
              <dgm:constr type="t" for="ch" forName="desTx" refType="h" refFor="ch" refForName="parTx"/>
            </dgm:constrLst>
          </dgm:else>
        </dgm:choose>
        <dgm:ruleLst>
          <dgm:rule type="h" val="INF" fact="NaN" max="NaN"/>
        </dgm:ruleLst>
        <dgm:layoutNode name="parTx">
          <dgm:varLst>
            <dgm:chMax val="0"/>
            <dgm:chPref val="0"/>
            <dgm:bulletEnabled val="1"/>
          </dgm:varLst>
          <dgm:alg type="tx">
            <dgm:param type="parTxLTRAlign" val="l"/>
            <dgm:param type="parTxRTLAlign" val="r"/>
            <dgm:param type="txAnchorVert" val="t"/>
          </dgm:alg>
          <dgm:shape xmlns:r="http://schemas.openxmlformats.org/officeDocument/2006/relationships" type="rect" r:blip="" zOrderOff="1" hideGeom="1">
            <dgm:adjLst>
              <dgm:adj idx="1" val="0.1"/>
            </dgm:adjLst>
          </dgm:shape>
          <dgm:presOf axis="self" ptType="node"/>
          <dgm:constrLst>
            <dgm:constr type="h" refType="w" op="lte" fact="0.4"/>
            <dgm:constr type="bMarg" refType="primFontSz" fact="0.3"/>
            <dgm:constr type="h"/>
          </dgm:constrLst>
          <dgm:ruleLst>
            <dgm:rule type="h" val="INF" fact="NaN" max="NaN"/>
          </dgm:ruleLst>
        </dgm:layoutNode>
        <dgm:layoutNode name="parSh">
          <dgm:alg type="sp"/>
          <dgm:shape xmlns:r="http://schemas.openxmlformats.org/officeDocument/2006/relationships" type="roundRect" r:blip="">
            <dgm:adjLst>
              <dgm:adj idx="1" val="0.1"/>
            </dgm:adjLst>
          </dgm:shape>
          <dgm:presOf axis="self" ptType="node"/>
          <dgm:constrLst>
            <dgm:constr type="h"/>
          </dgm:constrLst>
          <dgm:ruleLst/>
        </dgm:layoutNode>
        <dgm:layoutNode name="desTx" styleLbl="fgAcc1">
          <dgm:varLst>
            <dgm:bulletEnabled val="1"/>
          </dgm:varLst>
          <dgm:alg type="tx">
            <dgm:param type="stBulletLvl" val="1"/>
          </dgm:alg>
          <dgm:shape xmlns:r="http://schemas.openxmlformats.org/officeDocument/2006/relationships" type="roundRect" r:blip="">
            <dgm:adjLst>
              <dgm:adj idx="1" val="0.1"/>
            </dgm:adjLst>
          </dgm:shape>
          <dgm:presOf axis="des" ptType="node"/>
          <dgm:constrLst>
            <dgm:constr type="secFontSz" val="65"/>
            <dgm:constr type="primFontSz" refType="secFontSz"/>
            <dgm:constr type="h"/>
          </dgm:constrLst>
          <dgm:ruleLst>
            <dgm:rule type="h" val="INF" fact="NaN" max="NaN"/>
          </dgm:ruleLst>
        </dgm:layoutNode>
      </dgm:layoutNode>
      <dgm:forEach name="sibTransForEach" axis="followSib" ptType="sibTrans" cnt="1">
        <dgm:layoutNode name="sibTrans">
          <dgm:alg type="conn">
            <dgm:param type="begPts" val="auto"/>
            <dgm:param type="endPts" val="auto"/>
            <dgm:param type="srcNode" val="parTx"/>
            <dgm:param type="dstNode" val="parTx"/>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Tx">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48B91F7-0A31-4809-8E31-54F32ACD1E72}" type="datetimeFigureOut">
              <a:rPr lang="en-GB" smtClean="0"/>
              <a:t>01/02/2026</a:t>
            </a:fld>
            <a:endParaRPr lang="en-GB"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D5A70FC-228F-4487-8E14-68CAD584041B}" type="slidenum">
              <a:rPr lang="en-GB" smtClean="0"/>
              <a:t>‹#›</a:t>
            </a:fld>
            <a:endParaRPr lang="en-GB" dirty="0"/>
          </a:p>
        </p:txBody>
      </p:sp>
    </p:spTree>
    <p:extLst>
      <p:ext uri="{BB962C8B-B14F-4D97-AF65-F5344CB8AC3E}">
        <p14:creationId xmlns:p14="http://schemas.microsoft.com/office/powerpoint/2010/main" val="307645071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
        <p:cNvGrpSpPr/>
        <p:nvPr/>
      </p:nvGrpSpPr>
      <p:grpSpPr>
        <a:xfrm>
          <a:off x="0" y="0"/>
          <a:ext cx="0" cy="0"/>
          <a:chOff x="0" y="0"/>
          <a:chExt cx="0" cy="0"/>
        </a:xfrm>
      </p:grpSpPr>
      <p:sp>
        <p:nvSpPr>
          <p:cNvPr id="84" name="Google Shape;84;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5" name="Google Shape;85;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98155653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45634612"/>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FEB448-544F-1163-CF6D-D801EF6DABD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52240B45-37FF-28D2-69C1-D8842A0F2E6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AA61B0F3-96B9-62B2-E1C5-4D3D4823B899}"/>
              </a:ext>
            </a:extLst>
          </p:cNvPr>
          <p:cNvSpPr>
            <a:spLocks noGrp="1"/>
          </p:cNvSpPr>
          <p:nvPr>
            <p:ph type="dt" sz="half" idx="10"/>
          </p:nvPr>
        </p:nvSpPr>
        <p:spPr/>
        <p:txBody>
          <a:bodyPr/>
          <a:lstStyle/>
          <a:p>
            <a:fld id="{1F66083A-C1B7-4B46-82C5-289BB6E6D5A4}" type="datetime1">
              <a:rPr lang="en-IN" smtClean="0"/>
              <a:t>01-02-2026</a:t>
            </a:fld>
            <a:endParaRPr lang="en-IN" dirty="0"/>
          </a:p>
        </p:txBody>
      </p:sp>
      <p:sp>
        <p:nvSpPr>
          <p:cNvPr id="5" name="Footer Placeholder 4">
            <a:extLst>
              <a:ext uri="{FF2B5EF4-FFF2-40B4-BE49-F238E27FC236}">
                <a16:creationId xmlns:a16="http://schemas.microsoft.com/office/drawing/2014/main" id="{15DB3F67-E836-5AA2-B32D-A0C3A9333090}"/>
              </a:ext>
            </a:extLst>
          </p:cNvPr>
          <p:cNvSpPr>
            <a:spLocks noGrp="1"/>
          </p:cNvSpPr>
          <p:nvPr>
            <p:ph type="ftr" sz="quarter" idx="11"/>
          </p:nvPr>
        </p:nvSpPr>
        <p:spPr/>
        <p:txBody>
          <a:bodyPr/>
          <a:lstStyle/>
          <a:p>
            <a:endParaRPr lang="en-IN" dirty="0"/>
          </a:p>
        </p:txBody>
      </p:sp>
      <p:sp>
        <p:nvSpPr>
          <p:cNvPr id="6" name="Slide Number Placeholder 5">
            <a:extLst>
              <a:ext uri="{FF2B5EF4-FFF2-40B4-BE49-F238E27FC236}">
                <a16:creationId xmlns:a16="http://schemas.microsoft.com/office/drawing/2014/main" id="{A11EEA5E-DC19-ABCD-6267-C545BA777197}"/>
              </a:ext>
            </a:extLst>
          </p:cNvPr>
          <p:cNvSpPr>
            <a:spLocks noGrp="1"/>
          </p:cNvSpPr>
          <p:nvPr>
            <p:ph type="sldNum" sz="quarter" idx="12"/>
          </p:nvPr>
        </p:nvSpPr>
        <p:spPr/>
        <p:txBody>
          <a:bodyPr/>
          <a:lstStyle/>
          <a:p>
            <a:fld id="{F32F6845-8F47-4AB8-B9CE-96D88E741707}" type="slidenum">
              <a:rPr lang="en-IN" smtClean="0"/>
              <a:t>‹#›</a:t>
            </a:fld>
            <a:endParaRPr lang="en-IN" dirty="0"/>
          </a:p>
        </p:txBody>
      </p:sp>
    </p:spTree>
    <p:extLst>
      <p:ext uri="{BB962C8B-B14F-4D97-AF65-F5344CB8AC3E}">
        <p14:creationId xmlns:p14="http://schemas.microsoft.com/office/powerpoint/2010/main" val="186947297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050CDE-F21A-AC1C-7DD9-906370B0FA03}"/>
              </a:ext>
            </a:extLst>
          </p:cNvPr>
          <p:cNvSpPr>
            <a:spLocks noGrp="1"/>
          </p:cNvSpPr>
          <p:nvPr>
            <p:ph type="title"/>
          </p:nvPr>
        </p:nvSpPr>
        <p:spPr/>
        <p:txBody>
          <a:bodyPr/>
          <a:lstStyle/>
          <a:p>
            <a:r>
              <a:rPr lang="en-US" dirty="0"/>
              <a:t>Click to edit Master title style</a:t>
            </a:r>
            <a:endParaRPr lang="en-IN" dirty="0"/>
          </a:p>
        </p:txBody>
      </p:sp>
      <p:sp>
        <p:nvSpPr>
          <p:cNvPr id="3" name="Content Placeholder 2">
            <a:extLst>
              <a:ext uri="{FF2B5EF4-FFF2-40B4-BE49-F238E27FC236}">
                <a16:creationId xmlns:a16="http://schemas.microsoft.com/office/drawing/2014/main" id="{A4139EE0-A89B-B238-94A4-DB32BBD14E29}"/>
              </a:ext>
            </a:extLst>
          </p:cNvPr>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4" name="Date Placeholder 3">
            <a:extLst>
              <a:ext uri="{FF2B5EF4-FFF2-40B4-BE49-F238E27FC236}">
                <a16:creationId xmlns:a16="http://schemas.microsoft.com/office/drawing/2014/main" id="{B6BAB674-71DE-8BA7-9D0E-C99F6B3C0FBD}"/>
              </a:ext>
            </a:extLst>
          </p:cNvPr>
          <p:cNvSpPr>
            <a:spLocks noGrp="1"/>
          </p:cNvSpPr>
          <p:nvPr>
            <p:ph type="dt" sz="half" idx="10"/>
          </p:nvPr>
        </p:nvSpPr>
        <p:spPr>
          <a:xfrm>
            <a:off x="838200" y="6356350"/>
            <a:ext cx="1009650" cy="365125"/>
          </a:xfrm>
          <a:noFill/>
        </p:spPr>
        <p:txBody>
          <a:bodyPr/>
          <a:lstStyle>
            <a:lvl1pPr>
              <a:defRPr>
                <a:solidFill>
                  <a:schemeClr val="bg1"/>
                </a:solidFill>
              </a:defRPr>
            </a:lvl1pPr>
          </a:lstStyle>
          <a:p>
            <a:fld id="{864BFFB7-4443-4602-A990-B076C1CFE86C}" type="datetime1">
              <a:rPr lang="en-IN" smtClean="0"/>
              <a:pPr/>
              <a:t>01-02-2026</a:t>
            </a:fld>
            <a:endParaRPr lang="en-IN" dirty="0"/>
          </a:p>
        </p:txBody>
      </p:sp>
      <p:sp>
        <p:nvSpPr>
          <p:cNvPr id="5" name="Footer Placeholder 4">
            <a:extLst>
              <a:ext uri="{FF2B5EF4-FFF2-40B4-BE49-F238E27FC236}">
                <a16:creationId xmlns:a16="http://schemas.microsoft.com/office/drawing/2014/main" id="{8B72554B-0ACB-E334-5BBE-7A83BFE374FE}"/>
              </a:ext>
            </a:extLst>
          </p:cNvPr>
          <p:cNvSpPr>
            <a:spLocks noGrp="1"/>
          </p:cNvSpPr>
          <p:nvPr>
            <p:ph type="ftr" sz="quarter" idx="11"/>
          </p:nvPr>
        </p:nvSpPr>
        <p:spPr/>
        <p:txBody>
          <a:bodyPr/>
          <a:lstStyle/>
          <a:p>
            <a:endParaRPr lang="en-IN" dirty="0"/>
          </a:p>
        </p:txBody>
      </p:sp>
      <p:sp>
        <p:nvSpPr>
          <p:cNvPr id="6" name="Slide Number Placeholder 5">
            <a:extLst>
              <a:ext uri="{FF2B5EF4-FFF2-40B4-BE49-F238E27FC236}">
                <a16:creationId xmlns:a16="http://schemas.microsoft.com/office/drawing/2014/main" id="{D3F062A5-E36B-5C05-6C36-F8372F2C1694}"/>
              </a:ext>
            </a:extLst>
          </p:cNvPr>
          <p:cNvSpPr>
            <a:spLocks noGrp="1"/>
          </p:cNvSpPr>
          <p:nvPr>
            <p:ph type="sldNum" sz="quarter" idx="12"/>
          </p:nvPr>
        </p:nvSpPr>
        <p:spPr>
          <a:noFill/>
        </p:spPr>
        <p:txBody>
          <a:bodyPr/>
          <a:lstStyle>
            <a:lvl1pPr>
              <a:defRPr>
                <a:solidFill>
                  <a:schemeClr val="bg1"/>
                </a:solidFill>
              </a:defRPr>
            </a:lvl1pPr>
          </a:lstStyle>
          <a:p>
            <a:fld id="{F32F6845-8F47-4AB8-B9CE-96D88E741707}" type="slidenum">
              <a:rPr lang="en-IN" smtClean="0"/>
              <a:pPr/>
              <a:t>‹#›</a:t>
            </a:fld>
            <a:endParaRPr lang="en-IN" dirty="0"/>
          </a:p>
        </p:txBody>
      </p:sp>
    </p:spTree>
    <p:extLst>
      <p:ext uri="{BB962C8B-B14F-4D97-AF65-F5344CB8AC3E}">
        <p14:creationId xmlns:p14="http://schemas.microsoft.com/office/powerpoint/2010/main" val="18905508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22CC90-B089-5E25-D480-B40D5123BFB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9E671185-327E-E435-EB8B-F143CAF78D5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7ADDF86-F686-ACE8-6852-5CEADD9A2870}"/>
              </a:ext>
            </a:extLst>
          </p:cNvPr>
          <p:cNvSpPr>
            <a:spLocks noGrp="1"/>
          </p:cNvSpPr>
          <p:nvPr>
            <p:ph type="dt" sz="half" idx="10"/>
          </p:nvPr>
        </p:nvSpPr>
        <p:spPr/>
        <p:txBody>
          <a:bodyPr/>
          <a:lstStyle/>
          <a:p>
            <a:fld id="{2B3E8F52-857A-4C89-954C-57943DB51290}" type="datetime1">
              <a:rPr lang="en-IN" smtClean="0"/>
              <a:t>01-02-2026</a:t>
            </a:fld>
            <a:endParaRPr lang="en-IN" dirty="0"/>
          </a:p>
        </p:txBody>
      </p:sp>
      <p:sp>
        <p:nvSpPr>
          <p:cNvPr id="5" name="Footer Placeholder 4">
            <a:extLst>
              <a:ext uri="{FF2B5EF4-FFF2-40B4-BE49-F238E27FC236}">
                <a16:creationId xmlns:a16="http://schemas.microsoft.com/office/drawing/2014/main" id="{8558F106-1FED-5AA1-CFDF-7FE210507170}"/>
              </a:ext>
            </a:extLst>
          </p:cNvPr>
          <p:cNvSpPr>
            <a:spLocks noGrp="1"/>
          </p:cNvSpPr>
          <p:nvPr>
            <p:ph type="ftr" sz="quarter" idx="11"/>
          </p:nvPr>
        </p:nvSpPr>
        <p:spPr/>
        <p:txBody>
          <a:bodyPr/>
          <a:lstStyle/>
          <a:p>
            <a:endParaRPr lang="en-IN" dirty="0"/>
          </a:p>
        </p:txBody>
      </p:sp>
      <p:sp>
        <p:nvSpPr>
          <p:cNvPr id="6" name="Slide Number Placeholder 5">
            <a:extLst>
              <a:ext uri="{FF2B5EF4-FFF2-40B4-BE49-F238E27FC236}">
                <a16:creationId xmlns:a16="http://schemas.microsoft.com/office/drawing/2014/main" id="{FD45F0D7-F550-D351-1F6B-36B665CA0CDC}"/>
              </a:ext>
            </a:extLst>
          </p:cNvPr>
          <p:cNvSpPr>
            <a:spLocks noGrp="1"/>
          </p:cNvSpPr>
          <p:nvPr>
            <p:ph type="sldNum" sz="quarter" idx="12"/>
          </p:nvPr>
        </p:nvSpPr>
        <p:spPr/>
        <p:txBody>
          <a:bodyPr/>
          <a:lstStyle/>
          <a:p>
            <a:fld id="{F32F6845-8F47-4AB8-B9CE-96D88E741707}" type="slidenum">
              <a:rPr lang="en-IN" smtClean="0"/>
              <a:t>‹#›</a:t>
            </a:fld>
            <a:endParaRPr lang="en-IN" dirty="0"/>
          </a:p>
        </p:txBody>
      </p:sp>
    </p:spTree>
    <p:extLst>
      <p:ext uri="{BB962C8B-B14F-4D97-AF65-F5344CB8AC3E}">
        <p14:creationId xmlns:p14="http://schemas.microsoft.com/office/powerpoint/2010/main" val="370520395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698191-3055-3CE7-ABAB-BF522556896A}"/>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FB07F01E-C1BB-CFE3-1062-5A8CAD20F5A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290F16ED-635D-3C12-AE3C-37A43EAF146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BA80B84D-A3CA-9B7E-B7BB-4C18C18121B2}"/>
              </a:ext>
            </a:extLst>
          </p:cNvPr>
          <p:cNvSpPr>
            <a:spLocks noGrp="1"/>
          </p:cNvSpPr>
          <p:nvPr>
            <p:ph type="dt" sz="half" idx="10"/>
          </p:nvPr>
        </p:nvSpPr>
        <p:spPr/>
        <p:txBody>
          <a:bodyPr/>
          <a:lstStyle/>
          <a:p>
            <a:fld id="{2BBD7B4D-DDD6-4CA2-87A0-9BDD5E5268EC}" type="datetime1">
              <a:rPr lang="en-IN" smtClean="0"/>
              <a:t>01-02-2026</a:t>
            </a:fld>
            <a:endParaRPr lang="en-IN" dirty="0"/>
          </a:p>
        </p:txBody>
      </p:sp>
      <p:sp>
        <p:nvSpPr>
          <p:cNvPr id="6" name="Footer Placeholder 5">
            <a:extLst>
              <a:ext uri="{FF2B5EF4-FFF2-40B4-BE49-F238E27FC236}">
                <a16:creationId xmlns:a16="http://schemas.microsoft.com/office/drawing/2014/main" id="{05881B66-06CA-0AE9-B95B-21A45DC5B355}"/>
              </a:ext>
            </a:extLst>
          </p:cNvPr>
          <p:cNvSpPr>
            <a:spLocks noGrp="1"/>
          </p:cNvSpPr>
          <p:nvPr>
            <p:ph type="ftr" sz="quarter" idx="11"/>
          </p:nvPr>
        </p:nvSpPr>
        <p:spPr/>
        <p:txBody>
          <a:bodyPr/>
          <a:lstStyle/>
          <a:p>
            <a:endParaRPr lang="en-IN" dirty="0"/>
          </a:p>
        </p:txBody>
      </p:sp>
      <p:sp>
        <p:nvSpPr>
          <p:cNvPr id="7" name="Slide Number Placeholder 6">
            <a:extLst>
              <a:ext uri="{FF2B5EF4-FFF2-40B4-BE49-F238E27FC236}">
                <a16:creationId xmlns:a16="http://schemas.microsoft.com/office/drawing/2014/main" id="{F4B7665D-74F3-FC85-8C37-77F440223274}"/>
              </a:ext>
            </a:extLst>
          </p:cNvPr>
          <p:cNvSpPr>
            <a:spLocks noGrp="1"/>
          </p:cNvSpPr>
          <p:nvPr>
            <p:ph type="sldNum" sz="quarter" idx="12"/>
          </p:nvPr>
        </p:nvSpPr>
        <p:spPr/>
        <p:txBody>
          <a:bodyPr/>
          <a:lstStyle/>
          <a:p>
            <a:fld id="{F32F6845-8F47-4AB8-B9CE-96D88E741707}" type="slidenum">
              <a:rPr lang="en-IN" smtClean="0"/>
              <a:t>‹#›</a:t>
            </a:fld>
            <a:endParaRPr lang="en-IN" dirty="0"/>
          </a:p>
        </p:txBody>
      </p:sp>
    </p:spTree>
    <p:extLst>
      <p:ext uri="{BB962C8B-B14F-4D97-AF65-F5344CB8AC3E}">
        <p14:creationId xmlns:p14="http://schemas.microsoft.com/office/powerpoint/2010/main" val="247970238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F1306E-11E1-8AB1-AF32-6F074D3C8515}"/>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E38E7AAE-4628-F916-89C8-10A970EC982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8D7C0B7-4F02-5995-1FB1-8FB2DD12598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4B504026-A61A-C06F-3EA6-94F595A4738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CFF7FD0-380B-75A4-D9B0-F7EBC341DD0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C80AA233-A9EB-E98D-4DDF-BC4B72808326}"/>
              </a:ext>
            </a:extLst>
          </p:cNvPr>
          <p:cNvSpPr>
            <a:spLocks noGrp="1"/>
          </p:cNvSpPr>
          <p:nvPr>
            <p:ph type="dt" sz="half" idx="10"/>
          </p:nvPr>
        </p:nvSpPr>
        <p:spPr/>
        <p:txBody>
          <a:bodyPr/>
          <a:lstStyle/>
          <a:p>
            <a:fld id="{C130D9E5-0635-43A8-8973-488E7408FAF7}" type="datetime1">
              <a:rPr lang="en-IN" smtClean="0"/>
              <a:t>01-02-2026</a:t>
            </a:fld>
            <a:endParaRPr lang="en-IN" dirty="0"/>
          </a:p>
        </p:txBody>
      </p:sp>
      <p:sp>
        <p:nvSpPr>
          <p:cNvPr id="8" name="Footer Placeholder 7">
            <a:extLst>
              <a:ext uri="{FF2B5EF4-FFF2-40B4-BE49-F238E27FC236}">
                <a16:creationId xmlns:a16="http://schemas.microsoft.com/office/drawing/2014/main" id="{755E8074-1361-E322-F42C-F5D71409910F}"/>
              </a:ext>
            </a:extLst>
          </p:cNvPr>
          <p:cNvSpPr>
            <a:spLocks noGrp="1"/>
          </p:cNvSpPr>
          <p:nvPr>
            <p:ph type="ftr" sz="quarter" idx="11"/>
          </p:nvPr>
        </p:nvSpPr>
        <p:spPr/>
        <p:txBody>
          <a:bodyPr/>
          <a:lstStyle/>
          <a:p>
            <a:endParaRPr lang="en-IN" dirty="0"/>
          </a:p>
        </p:txBody>
      </p:sp>
      <p:sp>
        <p:nvSpPr>
          <p:cNvPr id="9" name="Slide Number Placeholder 8">
            <a:extLst>
              <a:ext uri="{FF2B5EF4-FFF2-40B4-BE49-F238E27FC236}">
                <a16:creationId xmlns:a16="http://schemas.microsoft.com/office/drawing/2014/main" id="{56B9FECA-EE46-D87A-F259-E8022C3628B1}"/>
              </a:ext>
            </a:extLst>
          </p:cNvPr>
          <p:cNvSpPr>
            <a:spLocks noGrp="1"/>
          </p:cNvSpPr>
          <p:nvPr>
            <p:ph type="sldNum" sz="quarter" idx="12"/>
          </p:nvPr>
        </p:nvSpPr>
        <p:spPr/>
        <p:txBody>
          <a:bodyPr/>
          <a:lstStyle/>
          <a:p>
            <a:fld id="{F32F6845-8F47-4AB8-B9CE-96D88E741707}" type="slidenum">
              <a:rPr lang="en-IN" smtClean="0"/>
              <a:t>‹#›</a:t>
            </a:fld>
            <a:endParaRPr lang="en-IN" dirty="0"/>
          </a:p>
        </p:txBody>
      </p:sp>
    </p:spTree>
    <p:extLst>
      <p:ext uri="{BB962C8B-B14F-4D97-AF65-F5344CB8AC3E}">
        <p14:creationId xmlns:p14="http://schemas.microsoft.com/office/powerpoint/2010/main" val="326343040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DB92FB-DA41-9013-AE3A-5882CEEE8BF7}"/>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9A2620A1-C0CA-1D0E-E85E-5C1326F8CB80}"/>
              </a:ext>
            </a:extLst>
          </p:cNvPr>
          <p:cNvSpPr>
            <a:spLocks noGrp="1"/>
          </p:cNvSpPr>
          <p:nvPr>
            <p:ph type="dt" sz="half" idx="10"/>
          </p:nvPr>
        </p:nvSpPr>
        <p:spPr/>
        <p:txBody>
          <a:bodyPr/>
          <a:lstStyle/>
          <a:p>
            <a:fld id="{E1D0CEA8-D591-4CC9-939A-A3BE6FD93E89}" type="datetime1">
              <a:rPr lang="en-IN" smtClean="0"/>
              <a:t>01-02-2026</a:t>
            </a:fld>
            <a:endParaRPr lang="en-IN" dirty="0"/>
          </a:p>
        </p:txBody>
      </p:sp>
      <p:sp>
        <p:nvSpPr>
          <p:cNvPr id="4" name="Footer Placeholder 3">
            <a:extLst>
              <a:ext uri="{FF2B5EF4-FFF2-40B4-BE49-F238E27FC236}">
                <a16:creationId xmlns:a16="http://schemas.microsoft.com/office/drawing/2014/main" id="{763BD8B1-5363-075D-CDCC-8CAC0A6A78E8}"/>
              </a:ext>
            </a:extLst>
          </p:cNvPr>
          <p:cNvSpPr>
            <a:spLocks noGrp="1"/>
          </p:cNvSpPr>
          <p:nvPr>
            <p:ph type="ftr" sz="quarter" idx="11"/>
          </p:nvPr>
        </p:nvSpPr>
        <p:spPr/>
        <p:txBody>
          <a:bodyPr/>
          <a:lstStyle/>
          <a:p>
            <a:endParaRPr lang="en-IN" dirty="0"/>
          </a:p>
        </p:txBody>
      </p:sp>
      <p:sp>
        <p:nvSpPr>
          <p:cNvPr id="5" name="Slide Number Placeholder 4">
            <a:extLst>
              <a:ext uri="{FF2B5EF4-FFF2-40B4-BE49-F238E27FC236}">
                <a16:creationId xmlns:a16="http://schemas.microsoft.com/office/drawing/2014/main" id="{46E4555F-1DC7-94CF-74D7-21521EE9398A}"/>
              </a:ext>
            </a:extLst>
          </p:cNvPr>
          <p:cNvSpPr>
            <a:spLocks noGrp="1"/>
          </p:cNvSpPr>
          <p:nvPr>
            <p:ph type="sldNum" sz="quarter" idx="12"/>
          </p:nvPr>
        </p:nvSpPr>
        <p:spPr/>
        <p:txBody>
          <a:bodyPr/>
          <a:lstStyle/>
          <a:p>
            <a:fld id="{F32F6845-8F47-4AB8-B9CE-96D88E741707}" type="slidenum">
              <a:rPr lang="en-IN" smtClean="0"/>
              <a:t>‹#›</a:t>
            </a:fld>
            <a:endParaRPr lang="en-IN" dirty="0"/>
          </a:p>
        </p:txBody>
      </p:sp>
    </p:spTree>
    <p:extLst>
      <p:ext uri="{BB962C8B-B14F-4D97-AF65-F5344CB8AC3E}">
        <p14:creationId xmlns:p14="http://schemas.microsoft.com/office/powerpoint/2010/main" val="99682184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B497F04-5F5B-E4F7-0A48-A1FBAC01C3C4}"/>
              </a:ext>
            </a:extLst>
          </p:cNvPr>
          <p:cNvSpPr>
            <a:spLocks noGrp="1"/>
          </p:cNvSpPr>
          <p:nvPr>
            <p:ph type="dt" sz="half" idx="10"/>
          </p:nvPr>
        </p:nvSpPr>
        <p:spPr/>
        <p:txBody>
          <a:bodyPr/>
          <a:lstStyle/>
          <a:p>
            <a:fld id="{D2BE2297-DC8B-48E6-B6D6-34773F9A5984}" type="datetime1">
              <a:rPr lang="en-IN" smtClean="0"/>
              <a:t>01-02-2026</a:t>
            </a:fld>
            <a:endParaRPr lang="en-IN" dirty="0"/>
          </a:p>
        </p:txBody>
      </p:sp>
      <p:sp>
        <p:nvSpPr>
          <p:cNvPr id="3" name="Footer Placeholder 2">
            <a:extLst>
              <a:ext uri="{FF2B5EF4-FFF2-40B4-BE49-F238E27FC236}">
                <a16:creationId xmlns:a16="http://schemas.microsoft.com/office/drawing/2014/main" id="{3EDCC3BA-DF88-8CE4-AB31-983A3C796AD3}"/>
              </a:ext>
            </a:extLst>
          </p:cNvPr>
          <p:cNvSpPr>
            <a:spLocks noGrp="1"/>
          </p:cNvSpPr>
          <p:nvPr>
            <p:ph type="ftr" sz="quarter" idx="11"/>
          </p:nvPr>
        </p:nvSpPr>
        <p:spPr/>
        <p:txBody>
          <a:bodyPr/>
          <a:lstStyle/>
          <a:p>
            <a:endParaRPr lang="en-IN" dirty="0"/>
          </a:p>
        </p:txBody>
      </p:sp>
      <p:sp>
        <p:nvSpPr>
          <p:cNvPr id="4" name="Slide Number Placeholder 3">
            <a:extLst>
              <a:ext uri="{FF2B5EF4-FFF2-40B4-BE49-F238E27FC236}">
                <a16:creationId xmlns:a16="http://schemas.microsoft.com/office/drawing/2014/main" id="{2817982A-25A2-0FA2-0BC4-48C8775F8459}"/>
              </a:ext>
            </a:extLst>
          </p:cNvPr>
          <p:cNvSpPr>
            <a:spLocks noGrp="1"/>
          </p:cNvSpPr>
          <p:nvPr>
            <p:ph type="sldNum" sz="quarter" idx="12"/>
          </p:nvPr>
        </p:nvSpPr>
        <p:spPr/>
        <p:txBody>
          <a:bodyPr/>
          <a:lstStyle/>
          <a:p>
            <a:fld id="{F32F6845-8F47-4AB8-B9CE-96D88E741707}" type="slidenum">
              <a:rPr lang="en-IN" smtClean="0"/>
              <a:t>‹#›</a:t>
            </a:fld>
            <a:endParaRPr lang="en-IN" dirty="0"/>
          </a:p>
        </p:txBody>
      </p:sp>
    </p:spTree>
    <p:extLst>
      <p:ext uri="{BB962C8B-B14F-4D97-AF65-F5344CB8AC3E}">
        <p14:creationId xmlns:p14="http://schemas.microsoft.com/office/powerpoint/2010/main" val="311384266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217936-1384-3D53-34C7-E638688EFD9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F4108029-8ADE-BDA5-4C8D-31C36155648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6D6CB47A-C96A-8918-E1EB-9A8DBEC7275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D65CB0D-C5CF-96B6-5923-222D7E403E92}"/>
              </a:ext>
            </a:extLst>
          </p:cNvPr>
          <p:cNvSpPr>
            <a:spLocks noGrp="1"/>
          </p:cNvSpPr>
          <p:nvPr>
            <p:ph type="dt" sz="half" idx="10"/>
          </p:nvPr>
        </p:nvSpPr>
        <p:spPr/>
        <p:txBody>
          <a:bodyPr/>
          <a:lstStyle/>
          <a:p>
            <a:fld id="{64C2A547-6E4B-4188-9BD5-035CB9C4BCC5}" type="datetime1">
              <a:rPr lang="en-IN" smtClean="0"/>
              <a:t>01-02-2026</a:t>
            </a:fld>
            <a:endParaRPr lang="en-IN" dirty="0"/>
          </a:p>
        </p:txBody>
      </p:sp>
      <p:sp>
        <p:nvSpPr>
          <p:cNvPr id="6" name="Footer Placeholder 5">
            <a:extLst>
              <a:ext uri="{FF2B5EF4-FFF2-40B4-BE49-F238E27FC236}">
                <a16:creationId xmlns:a16="http://schemas.microsoft.com/office/drawing/2014/main" id="{C9A0E17E-D21B-9F95-DB42-019C9AB18CB9}"/>
              </a:ext>
            </a:extLst>
          </p:cNvPr>
          <p:cNvSpPr>
            <a:spLocks noGrp="1"/>
          </p:cNvSpPr>
          <p:nvPr>
            <p:ph type="ftr" sz="quarter" idx="11"/>
          </p:nvPr>
        </p:nvSpPr>
        <p:spPr/>
        <p:txBody>
          <a:bodyPr/>
          <a:lstStyle/>
          <a:p>
            <a:endParaRPr lang="en-IN" dirty="0"/>
          </a:p>
        </p:txBody>
      </p:sp>
      <p:sp>
        <p:nvSpPr>
          <p:cNvPr id="7" name="Slide Number Placeholder 6">
            <a:extLst>
              <a:ext uri="{FF2B5EF4-FFF2-40B4-BE49-F238E27FC236}">
                <a16:creationId xmlns:a16="http://schemas.microsoft.com/office/drawing/2014/main" id="{2431A4E0-3F3F-3857-C2B7-EEDD3DF99CB1}"/>
              </a:ext>
            </a:extLst>
          </p:cNvPr>
          <p:cNvSpPr>
            <a:spLocks noGrp="1"/>
          </p:cNvSpPr>
          <p:nvPr>
            <p:ph type="sldNum" sz="quarter" idx="12"/>
          </p:nvPr>
        </p:nvSpPr>
        <p:spPr/>
        <p:txBody>
          <a:bodyPr/>
          <a:lstStyle/>
          <a:p>
            <a:fld id="{F32F6845-8F47-4AB8-B9CE-96D88E741707}" type="slidenum">
              <a:rPr lang="en-IN" smtClean="0"/>
              <a:t>‹#›</a:t>
            </a:fld>
            <a:endParaRPr lang="en-IN" dirty="0"/>
          </a:p>
        </p:txBody>
      </p:sp>
    </p:spTree>
    <p:extLst>
      <p:ext uri="{BB962C8B-B14F-4D97-AF65-F5344CB8AC3E}">
        <p14:creationId xmlns:p14="http://schemas.microsoft.com/office/powerpoint/2010/main" val="19239216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BEDF05-F2AE-B072-8E2E-CB4CF5B08FC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B20EF8F1-DFA6-282F-E8CD-83826A12E49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dirty="0"/>
          </a:p>
        </p:txBody>
      </p:sp>
      <p:sp>
        <p:nvSpPr>
          <p:cNvPr id="4" name="Text Placeholder 3">
            <a:extLst>
              <a:ext uri="{FF2B5EF4-FFF2-40B4-BE49-F238E27FC236}">
                <a16:creationId xmlns:a16="http://schemas.microsoft.com/office/drawing/2014/main" id="{85808D68-B430-9A5B-4A9B-8549EA20AC8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0002EBD-67C3-A4B8-A83C-896997C53EB8}"/>
              </a:ext>
            </a:extLst>
          </p:cNvPr>
          <p:cNvSpPr>
            <a:spLocks noGrp="1"/>
          </p:cNvSpPr>
          <p:nvPr>
            <p:ph type="dt" sz="half" idx="10"/>
          </p:nvPr>
        </p:nvSpPr>
        <p:spPr/>
        <p:txBody>
          <a:bodyPr/>
          <a:lstStyle/>
          <a:p>
            <a:fld id="{02706E29-16A1-4AAE-B55B-4E3DB7265605}" type="datetime1">
              <a:rPr lang="en-IN" smtClean="0"/>
              <a:t>01-02-2026</a:t>
            </a:fld>
            <a:endParaRPr lang="en-IN" dirty="0"/>
          </a:p>
        </p:txBody>
      </p:sp>
      <p:sp>
        <p:nvSpPr>
          <p:cNvPr id="6" name="Footer Placeholder 5">
            <a:extLst>
              <a:ext uri="{FF2B5EF4-FFF2-40B4-BE49-F238E27FC236}">
                <a16:creationId xmlns:a16="http://schemas.microsoft.com/office/drawing/2014/main" id="{92B00B68-5333-C602-6799-3D1B2E434B21}"/>
              </a:ext>
            </a:extLst>
          </p:cNvPr>
          <p:cNvSpPr>
            <a:spLocks noGrp="1"/>
          </p:cNvSpPr>
          <p:nvPr>
            <p:ph type="ftr" sz="quarter" idx="11"/>
          </p:nvPr>
        </p:nvSpPr>
        <p:spPr/>
        <p:txBody>
          <a:bodyPr/>
          <a:lstStyle/>
          <a:p>
            <a:endParaRPr lang="en-IN" dirty="0"/>
          </a:p>
        </p:txBody>
      </p:sp>
      <p:sp>
        <p:nvSpPr>
          <p:cNvPr id="7" name="Slide Number Placeholder 6">
            <a:extLst>
              <a:ext uri="{FF2B5EF4-FFF2-40B4-BE49-F238E27FC236}">
                <a16:creationId xmlns:a16="http://schemas.microsoft.com/office/drawing/2014/main" id="{304925F4-1AF9-E8B5-0534-4714B5FAF5DD}"/>
              </a:ext>
            </a:extLst>
          </p:cNvPr>
          <p:cNvSpPr>
            <a:spLocks noGrp="1"/>
          </p:cNvSpPr>
          <p:nvPr>
            <p:ph type="sldNum" sz="quarter" idx="12"/>
          </p:nvPr>
        </p:nvSpPr>
        <p:spPr/>
        <p:txBody>
          <a:bodyPr/>
          <a:lstStyle/>
          <a:p>
            <a:fld id="{F32F6845-8F47-4AB8-B9CE-96D88E741707}" type="slidenum">
              <a:rPr lang="en-IN" smtClean="0"/>
              <a:t>‹#›</a:t>
            </a:fld>
            <a:endParaRPr lang="en-IN" dirty="0"/>
          </a:p>
        </p:txBody>
      </p:sp>
    </p:spTree>
    <p:extLst>
      <p:ext uri="{BB962C8B-B14F-4D97-AF65-F5344CB8AC3E}">
        <p14:creationId xmlns:p14="http://schemas.microsoft.com/office/powerpoint/2010/main" val="47999697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9011F1-D172-AE20-8D21-0A938E210EF6}"/>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EE8E52B7-EB5E-AF2A-3525-5B4BBFD15AA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16D7DCF-1783-47F8-CDB8-8B7167ECD0D8}"/>
              </a:ext>
            </a:extLst>
          </p:cNvPr>
          <p:cNvSpPr>
            <a:spLocks noGrp="1"/>
          </p:cNvSpPr>
          <p:nvPr>
            <p:ph type="dt" sz="half" idx="10"/>
          </p:nvPr>
        </p:nvSpPr>
        <p:spPr/>
        <p:txBody>
          <a:bodyPr/>
          <a:lstStyle/>
          <a:p>
            <a:fld id="{3FC26915-BE00-456E-A9CA-DB9FE1FD674A}" type="datetime1">
              <a:rPr lang="en-IN" smtClean="0"/>
              <a:t>01-02-2026</a:t>
            </a:fld>
            <a:endParaRPr lang="en-IN" dirty="0"/>
          </a:p>
        </p:txBody>
      </p:sp>
      <p:sp>
        <p:nvSpPr>
          <p:cNvPr id="5" name="Footer Placeholder 4">
            <a:extLst>
              <a:ext uri="{FF2B5EF4-FFF2-40B4-BE49-F238E27FC236}">
                <a16:creationId xmlns:a16="http://schemas.microsoft.com/office/drawing/2014/main" id="{F46968A7-C083-F20B-0369-2067E75DE54C}"/>
              </a:ext>
            </a:extLst>
          </p:cNvPr>
          <p:cNvSpPr>
            <a:spLocks noGrp="1"/>
          </p:cNvSpPr>
          <p:nvPr>
            <p:ph type="ftr" sz="quarter" idx="11"/>
          </p:nvPr>
        </p:nvSpPr>
        <p:spPr/>
        <p:txBody>
          <a:bodyPr/>
          <a:lstStyle/>
          <a:p>
            <a:endParaRPr lang="en-IN" dirty="0"/>
          </a:p>
        </p:txBody>
      </p:sp>
      <p:sp>
        <p:nvSpPr>
          <p:cNvPr id="6" name="Slide Number Placeholder 5">
            <a:extLst>
              <a:ext uri="{FF2B5EF4-FFF2-40B4-BE49-F238E27FC236}">
                <a16:creationId xmlns:a16="http://schemas.microsoft.com/office/drawing/2014/main" id="{7255429C-96E8-1064-0F87-6D95D15F9384}"/>
              </a:ext>
            </a:extLst>
          </p:cNvPr>
          <p:cNvSpPr>
            <a:spLocks noGrp="1"/>
          </p:cNvSpPr>
          <p:nvPr>
            <p:ph type="sldNum" sz="quarter" idx="12"/>
          </p:nvPr>
        </p:nvSpPr>
        <p:spPr/>
        <p:txBody>
          <a:bodyPr/>
          <a:lstStyle/>
          <a:p>
            <a:fld id="{F32F6845-8F47-4AB8-B9CE-96D88E741707}" type="slidenum">
              <a:rPr lang="en-IN" smtClean="0"/>
              <a:t>‹#›</a:t>
            </a:fld>
            <a:endParaRPr lang="en-IN" dirty="0"/>
          </a:p>
        </p:txBody>
      </p:sp>
    </p:spTree>
    <p:extLst>
      <p:ext uri="{BB962C8B-B14F-4D97-AF65-F5344CB8AC3E}">
        <p14:creationId xmlns:p14="http://schemas.microsoft.com/office/powerpoint/2010/main" val="244876182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6A47F57-697A-B97E-DD3A-2910D126C5B4}"/>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673F252A-D3F9-0BB4-D962-668169761B8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1B93D65-8824-8EBE-4CB8-E4D7750FE881}"/>
              </a:ext>
            </a:extLst>
          </p:cNvPr>
          <p:cNvSpPr>
            <a:spLocks noGrp="1"/>
          </p:cNvSpPr>
          <p:nvPr>
            <p:ph type="dt" sz="half" idx="10"/>
          </p:nvPr>
        </p:nvSpPr>
        <p:spPr/>
        <p:txBody>
          <a:bodyPr/>
          <a:lstStyle/>
          <a:p>
            <a:fld id="{FAA2D233-408A-4415-B919-B7ECAA5043E2}" type="datetime1">
              <a:rPr lang="en-IN" smtClean="0"/>
              <a:t>01-02-2026</a:t>
            </a:fld>
            <a:endParaRPr lang="en-IN" dirty="0"/>
          </a:p>
        </p:txBody>
      </p:sp>
      <p:sp>
        <p:nvSpPr>
          <p:cNvPr id="5" name="Footer Placeholder 4">
            <a:extLst>
              <a:ext uri="{FF2B5EF4-FFF2-40B4-BE49-F238E27FC236}">
                <a16:creationId xmlns:a16="http://schemas.microsoft.com/office/drawing/2014/main" id="{2A1EA1BA-06A5-9F5B-136C-80EDFD72EB63}"/>
              </a:ext>
            </a:extLst>
          </p:cNvPr>
          <p:cNvSpPr>
            <a:spLocks noGrp="1"/>
          </p:cNvSpPr>
          <p:nvPr>
            <p:ph type="ftr" sz="quarter" idx="11"/>
          </p:nvPr>
        </p:nvSpPr>
        <p:spPr/>
        <p:txBody>
          <a:bodyPr/>
          <a:lstStyle/>
          <a:p>
            <a:endParaRPr lang="en-IN" dirty="0"/>
          </a:p>
        </p:txBody>
      </p:sp>
      <p:sp>
        <p:nvSpPr>
          <p:cNvPr id="6" name="Slide Number Placeholder 5">
            <a:extLst>
              <a:ext uri="{FF2B5EF4-FFF2-40B4-BE49-F238E27FC236}">
                <a16:creationId xmlns:a16="http://schemas.microsoft.com/office/drawing/2014/main" id="{B163C8CA-61F8-0704-0F6E-DDDD2B9987DD}"/>
              </a:ext>
            </a:extLst>
          </p:cNvPr>
          <p:cNvSpPr>
            <a:spLocks noGrp="1"/>
          </p:cNvSpPr>
          <p:nvPr>
            <p:ph type="sldNum" sz="quarter" idx="12"/>
          </p:nvPr>
        </p:nvSpPr>
        <p:spPr/>
        <p:txBody>
          <a:bodyPr/>
          <a:lstStyle/>
          <a:p>
            <a:fld id="{F32F6845-8F47-4AB8-B9CE-96D88E741707}" type="slidenum">
              <a:rPr lang="en-IN" smtClean="0"/>
              <a:t>‹#›</a:t>
            </a:fld>
            <a:endParaRPr lang="en-IN" dirty="0"/>
          </a:p>
        </p:txBody>
      </p:sp>
    </p:spTree>
    <p:extLst>
      <p:ext uri="{BB962C8B-B14F-4D97-AF65-F5344CB8AC3E}">
        <p14:creationId xmlns:p14="http://schemas.microsoft.com/office/powerpoint/2010/main" val="274878249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309843D-C7AC-7DCA-D2A1-30C29BBAB6D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662A0867-11DA-F019-8907-1B3D8BD7C7E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00DD53F-CA45-CCAE-9ADB-5B0F61393A1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EAC608B-7A9F-4336-97A2-89908E443DAD}" type="datetime1">
              <a:rPr lang="en-IN" smtClean="0"/>
              <a:t>01-02-2026</a:t>
            </a:fld>
            <a:endParaRPr lang="en-IN" dirty="0"/>
          </a:p>
        </p:txBody>
      </p:sp>
      <p:sp>
        <p:nvSpPr>
          <p:cNvPr id="5" name="Footer Placeholder 4">
            <a:extLst>
              <a:ext uri="{FF2B5EF4-FFF2-40B4-BE49-F238E27FC236}">
                <a16:creationId xmlns:a16="http://schemas.microsoft.com/office/drawing/2014/main" id="{1C91FF70-F320-3E09-D811-B610D38CEA7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dirty="0"/>
          </a:p>
        </p:txBody>
      </p:sp>
      <p:sp>
        <p:nvSpPr>
          <p:cNvPr id="6" name="Slide Number Placeholder 5">
            <a:extLst>
              <a:ext uri="{FF2B5EF4-FFF2-40B4-BE49-F238E27FC236}">
                <a16:creationId xmlns:a16="http://schemas.microsoft.com/office/drawing/2014/main" id="{999947EA-7073-9466-0549-46E86F1C89F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32F6845-8F47-4AB8-B9CE-96D88E741707}" type="slidenum">
              <a:rPr lang="en-IN" smtClean="0"/>
              <a:t>‹#›</a:t>
            </a:fld>
            <a:endParaRPr lang="en-IN" dirty="0"/>
          </a:p>
        </p:txBody>
      </p:sp>
    </p:spTree>
    <p:extLst>
      <p:ext uri="{BB962C8B-B14F-4D97-AF65-F5344CB8AC3E}">
        <p14:creationId xmlns:p14="http://schemas.microsoft.com/office/powerpoint/2010/main" val="20419452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hyperlink" Target="https://github.com/Mamatha599/CSE_104-Internship-Industrial-Training-with-Placement-Opportunity_University_Project" TargetMode="Externa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4.wmf"/><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6"/>
        <p:cNvGrpSpPr/>
        <p:nvPr/>
      </p:nvGrpSpPr>
      <p:grpSpPr>
        <a:xfrm>
          <a:off x="0" y="0"/>
          <a:ext cx="0" cy="0"/>
          <a:chOff x="0" y="0"/>
          <a:chExt cx="0" cy="0"/>
        </a:xfrm>
      </p:grpSpPr>
      <p:sp>
        <p:nvSpPr>
          <p:cNvPr id="90" name="Google Shape;90;p13"/>
          <p:cNvSpPr txBox="1"/>
          <p:nvPr/>
        </p:nvSpPr>
        <p:spPr>
          <a:xfrm>
            <a:off x="6892026" y="1793967"/>
            <a:ext cx="5514300" cy="2020560"/>
          </a:xfrm>
          <a:prstGeom prst="rect">
            <a:avLst/>
          </a:prstGeom>
          <a:noFill/>
          <a:ln>
            <a:noFill/>
          </a:ln>
        </p:spPr>
        <p:txBody>
          <a:bodyPr spcFirstLastPara="1" wrap="square" lIns="91425" tIns="45700" rIns="91425" bIns="45700" anchor="t" anchorCtr="0">
            <a:normAutofit/>
          </a:bodyPr>
          <a:lstStyle/>
          <a:p>
            <a:pPr marL="0" marR="0" lvl="0" indent="0" algn="ctr" rtl="0">
              <a:spcBef>
                <a:spcPts val="0"/>
              </a:spcBef>
              <a:spcAft>
                <a:spcPts val="0"/>
              </a:spcAft>
              <a:buClr>
                <a:srgbClr val="17365D"/>
              </a:buClr>
              <a:buSzPts val="2000"/>
              <a:buFont typeface="Arial"/>
              <a:buNone/>
            </a:pPr>
            <a:r>
              <a:rPr lang="en-GB" sz="2000" b="1" i="0" u="none" strike="noStrike" cap="none" dirty="0">
                <a:solidFill>
                  <a:srgbClr val="17365D"/>
                </a:solidFill>
                <a:latin typeface="Cambria" panose="02040503050406030204" pitchFamily="18" charset="0"/>
                <a:ea typeface="Cambria" panose="02040503050406030204" pitchFamily="18" charset="0"/>
                <a:cs typeface="Verdana"/>
                <a:sym typeface="Verdana"/>
              </a:rPr>
              <a:t>Under the Supervision of,</a:t>
            </a:r>
            <a:endParaRPr dirty="0">
              <a:latin typeface="Cambria" panose="02040503050406030204" pitchFamily="18" charset="0"/>
              <a:ea typeface="Cambria" panose="02040503050406030204" pitchFamily="18" charset="0"/>
            </a:endParaRPr>
          </a:p>
          <a:p>
            <a:pPr marL="0" marR="0" lvl="0" indent="0" algn="ctr" rtl="0">
              <a:spcBef>
                <a:spcPts val="400"/>
              </a:spcBef>
              <a:spcAft>
                <a:spcPts val="0"/>
              </a:spcAft>
              <a:buClr>
                <a:srgbClr val="17365D"/>
              </a:buClr>
              <a:buSzPts val="2000"/>
              <a:buFont typeface="Arial"/>
              <a:buNone/>
            </a:pPr>
            <a:endParaRPr sz="2000" b="1" i="0" u="none" strike="noStrike" cap="none" dirty="0">
              <a:solidFill>
                <a:srgbClr val="17365D"/>
              </a:solidFill>
              <a:latin typeface="Cambria" panose="02040503050406030204" pitchFamily="18" charset="0"/>
              <a:ea typeface="Cambria" panose="02040503050406030204" pitchFamily="18" charset="0"/>
              <a:cs typeface="Verdana"/>
              <a:sym typeface="Verdana"/>
            </a:endParaRPr>
          </a:p>
          <a:p>
            <a:pPr marL="0" marR="0" lvl="0" indent="0" algn="l" rtl="0">
              <a:spcBef>
                <a:spcPts val="340"/>
              </a:spcBef>
              <a:spcAft>
                <a:spcPts val="0"/>
              </a:spcAft>
              <a:buClr>
                <a:srgbClr val="17365D"/>
              </a:buClr>
              <a:buSzPts val="1700"/>
              <a:buFont typeface="Arial"/>
              <a:buNone/>
            </a:pPr>
            <a:r>
              <a:rPr lang="en-GB" sz="1700" b="1" i="0" u="none" strike="noStrike" cap="none" dirty="0">
                <a:solidFill>
                  <a:srgbClr val="17365D"/>
                </a:solidFill>
                <a:latin typeface="Cambria" panose="02040503050406030204" pitchFamily="18" charset="0"/>
                <a:ea typeface="Cambria" panose="02040503050406030204" pitchFamily="18" charset="0"/>
                <a:cs typeface="Verdana"/>
                <a:sym typeface="Verdana"/>
              </a:rPr>
              <a:t>Dr. T Ramesh </a:t>
            </a:r>
          </a:p>
          <a:p>
            <a:pPr marL="0" marR="0" lvl="0" indent="0" algn="l" rtl="0">
              <a:spcBef>
                <a:spcPts val="340"/>
              </a:spcBef>
              <a:spcAft>
                <a:spcPts val="0"/>
              </a:spcAft>
              <a:buClr>
                <a:srgbClr val="17365D"/>
              </a:buClr>
              <a:buSzPts val="1700"/>
              <a:buFont typeface="Arial"/>
              <a:buNone/>
            </a:pPr>
            <a:r>
              <a:rPr lang="en-IN" sz="1700" b="1" i="0" u="none" strike="noStrike" cap="none" dirty="0">
                <a:solidFill>
                  <a:srgbClr val="17365D"/>
                </a:solidFill>
                <a:latin typeface="Cambria" panose="02040503050406030204" pitchFamily="18" charset="0"/>
                <a:ea typeface="Cambria" panose="02040503050406030204" pitchFamily="18" charset="0"/>
                <a:cs typeface="Verdana"/>
                <a:sym typeface="Verdana"/>
              </a:rPr>
              <a:t>Assistant Professor</a:t>
            </a:r>
            <a:endParaRPr lang="en-IN" dirty="0">
              <a:latin typeface="Cambria" panose="02040503050406030204" pitchFamily="18" charset="0"/>
              <a:ea typeface="Cambria" panose="02040503050406030204" pitchFamily="18" charset="0"/>
            </a:endParaRPr>
          </a:p>
          <a:p>
            <a:pPr marL="0" marR="0" lvl="0" indent="0" algn="l" rtl="0">
              <a:spcBef>
                <a:spcPts val="340"/>
              </a:spcBef>
              <a:spcAft>
                <a:spcPts val="0"/>
              </a:spcAft>
              <a:buClr>
                <a:srgbClr val="17365D"/>
              </a:buClr>
              <a:buSzPts val="1700"/>
              <a:buFont typeface="Arial"/>
              <a:buNone/>
            </a:pPr>
            <a:r>
              <a:rPr lang="en-GB" sz="1700" b="1" i="0" u="none" strike="noStrike" cap="none" dirty="0">
                <a:solidFill>
                  <a:srgbClr val="17365D"/>
                </a:solidFill>
                <a:latin typeface="Cambria" panose="02040503050406030204" pitchFamily="18" charset="0"/>
                <a:ea typeface="Cambria" panose="02040503050406030204" pitchFamily="18" charset="0"/>
                <a:cs typeface="Verdana"/>
                <a:sym typeface="Verdana"/>
              </a:rPr>
              <a:t>Presidency School of CSE</a:t>
            </a:r>
            <a:endParaRPr dirty="0">
              <a:latin typeface="Cambria" panose="02040503050406030204" pitchFamily="18" charset="0"/>
              <a:ea typeface="Cambria" panose="02040503050406030204" pitchFamily="18" charset="0"/>
            </a:endParaRPr>
          </a:p>
          <a:p>
            <a:pPr marL="0" marR="0" lvl="0" indent="0" algn="l" rtl="0">
              <a:spcBef>
                <a:spcPts val="340"/>
              </a:spcBef>
              <a:spcAft>
                <a:spcPts val="0"/>
              </a:spcAft>
              <a:buClr>
                <a:srgbClr val="17365D"/>
              </a:buClr>
              <a:buSzPts val="1700"/>
              <a:buFont typeface="Arial"/>
              <a:buNone/>
            </a:pPr>
            <a:r>
              <a:rPr lang="en-GB" sz="1700" b="1" i="0" u="none" strike="noStrike" cap="none" dirty="0">
                <a:solidFill>
                  <a:srgbClr val="17365D"/>
                </a:solidFill>
                <a:latin typeface="Cambria" panose="02040503050406030204" pitchFamily="18" charset="0"/>
                <a:ea typeface="Cambria" panose="02040503050406030204" pitchFamily="18" charset="0"/>
                <a:cs typeface="Verdana"/>
                <a:sym typeface="Verdana"/>
              </a:rPr>
              <a:t>Presidency University</a:t>
            </a:r>
            <a:endParaRPr dirty="0">
              <a:latin typeface="Cambria" panose="02040503050406030204" pitchFamily="18" charset="0"/>
              <a:ea typeface="Cambria" panose="02040503050406030204" pitchFamily="18" charset="0"/>
            </a:endParaRPr>
          </a:p>
          <a:p>
            <a:pPr marL="0" marR="0" lvl="0" indent="0" algn="l" rtl="0">
              <a:spcBef>
                <a:spcPts val="400"/>
              </a:spcBef>
              <a:spcAft>
                <a:spcPts val="0"/>
              </a:spcAft>
              <a:buClr>
                <a:srgbClr val="17365D"/>
              </a:buClr>
              <a:buSzPts val="2000"/>
              <a:buFont typeface="Arial"/>
              <a:buNone/>
            </a:pPr>
            <a:endParaRPr sz="2000" b="1" i="0" u="none" strike="noStrike" cap="none" dirty="0">
              <a:solidFill>
                <a:srgbClr val="17365D"/>
              </a:solidFill>
              <a:latin typeface="Cambria" panose="02040503050406030204" pitchFamily="18" charset="0"/>
              <a:ea typeface="Cambria" panose="02040503050406030204" pitchFamily="18" charset="0"/>
              <a:cs typeface="Verdana"/>
              <a:sym typeface="Verdana"/>
            </a:endParaRPr>
          </a:p>
        </p:txBody>
      </p:sp>
      <p:sp>
        <p:nvSpPr>
          <p:cNvPr id="8" name="Google Shape;91;p13"/>
          <p:cNvSpPr txBox="1"/>
          <p:nvPr/>
        </p:nvSpPr>
        <p:spPr>
          <a:xfrm>
            <a:off x="156411" y="4130278"/>
            <a:ext cx="12249915" cy="1562100"/>
          </a:xfrm>
          <a:prstGeom prst="rect">
            <a:avLst/>
          </a:prstGeom>
          <a:noFill/>
          <a:ln>
            <a:noFill/>
          </a:ln>
        </p:spPr>
        <p:txBody>
          <a:bodyPr spcFirstLastPara="1" wrap="square" lIns="91425" tIns="45700" rIns="91425" bIns="45700" anchor="t" anchorCtr="0">
            <a:noAutofit/>
          </a:bodyPr>
          <a:lstStyle/>
          <a:p>
            <a:pPr marL="0" marR="0" lvl="0" indent="0" rtl="0">
              <a:spcBef>
                <a:spcPts val="0"/>
              </a:spcBef>
              <a:spcAft>
                <a:spcPts val="0"/>
              </a:spcAft>
              <a:buClr>
                <a:srgbClr val="17365D"/>
              </a:buClr>
              <a:buSzPct val="100000"/>
              <a:buFont typeface="Arial"/>
              <a:buNone/>
            </a:pPr>
            <a:r>
              <a:rPr lang="en-US" sz="2000" b="1" i="0" u="none" strike="noStrike" cap="none" dirty="0">
                <a:solidFill>
                  <a:schemeClr val="accent1"/>
                </a:solidFill>
                <a:latin typeface="Cambria" panose="02040503050406030204" pitchFamily="18" charset="0"/>
                <a:ea typeface="Cambria" panose="02040503050406030204" pitchFamily="18" charset="0"/>
                <a:cs typeface="Verdana"/>
                <a:sym typeface="Verdana"/>
              </a:rPr>
              <a:t>Name of the Program: </a:t>
            </a:r>
            <a:r>
              <a:rPr lang="en-US" sz="2000" b="1" i="0" u="none" strike="noStrike" cap="none" dirty="0" err="1">
                <a:latin typeface="Cambria" panose="02040503050406030204" pitchFamily="18" charset="0"/>
                <a:ea typeface="Cambria" panose="02040503050406030204" pitchFamily="18" charset="0"/>
                <a:cs typeface="Verdana"/>
                <a:sym typeface="Verdana"/>
              </a:rPr>
              <a:t>B.Tech</a:t>
            </a:r>
            <a:r>
              <a:rPr lang="en-US" sz="2000" b="1" i="0" u="none" strike="noStrike" cap="none" dirty="0">
                <a:latin typeface="Cambria" panose="02040503050406030204" pitchFamily="18" charset="0"/>
                <a:ea typeface="Cambria" panose="02040503050406030204" pitchFamily="18" charset="0"/>
                <a:cs typeface="Verdana"/>
                <a:sym typeface="Verdana"/>
              </a:rPr>
              <a:t> Computer Science And Engineering</a:t>
            </a:r>
          </a:p>
          <a:p>
            <a:pPr marL="0" marR="0" lvl="0" indent="0" rtl="0">
              <a:spcBef>
                <a:spcPts val="0"/>
              </a:spcBef>
              <a:spcAft>
                <a:spcPts val="0"/>
              </a:spcAft>
              <a:buClr>
                <a:srgbClr val="17365D"/>
              </a:buClr>
              <a:buSzPct val="100000"/>
              <a:buFont typeface="Arial"/>
              <a:buNone/>
            </a:pPr>
            <a:r>
              <a:rPr lang="en-US" sz="2000" b="1" dirty="0">
                <a:solidFill>
                  <a:schemeClr val="accent1"/>
                </a:solidFill>
                <a:latin typeface="Cambria" panose="02040503050406030204" pitchFamily="18" charset="0"/>
                <a:ea typeface="Cambria" panose="02040503050406030204" pitchFamily="18" charset="0"/>
                <a:cs typeface="Verdana"/>
                <a:sym typeface="Verdana"/>
              </a:rPr>
              <a:t>Name of the HoD</a:t>
            </a:r>
            <a:r>
              <a:rPr lang="en-US" sz="2000" b="1" dirty="0">
                <a:latin typeface="Cambria" panose="02040503050406030204" pitchFamily="18" charset="0"/>
                <a:ea typeface="Cambria" panose="02040503050406030204" pitchFamily="18" charset="0"/>
                <a:cs typeface="Verdana"/>
                <a:sym typeface="Verdana"/>
              </a:rPr>
              <a:t>: Dr. Blessed Prince P</a:t>
            </a:r>
          </a:p>
          <a:p>
            <a:pPr marL="0" marR="0" lvl="0" indent="0" rtl="0">
              <a:spcBef>
                <a:spcPts val="0"/>
              </a:spcBef>
              <a:spcAft>
                <a:spcPts val="0"/>
              </a:spcAft>
              <a:buClr>
                <a:srgbClr val="17365D"/>
              </a:buClr>
              <a:buSzPct val="100000"/>
              <a:buFont typeface="Arial"/>
              <a:buNone/>
            </a:pPr>
            <a:r>
              <a:rPr lang="en-US" sz="2000" b="1" i="0" u="none" strike="noStrike" cap="none" dirty="0">
                <a:solidFill>
                  <a:schemeClr val="accent1"/>
                </a:solidFill>
                <a:latin typeface="Cambria" panose="02040503050406030204" pitchFamily="18" charset="0"/>
                <a:ea typeface="Cambria" panose="02040503050406030204" pitchFamily="18" charset="0"/>
                <a:cs typeface="Verdana"/>
                <a:sym typeface="Verdana"/>
              </a:rPr>
              <a:t>Name of the Program </a:t>
            </a:r>
            <a:r>
              <a:rPr lang="en-US" sz="2000" b="1" dirty="0">
                <a:solidFill>
                  <a:schemeClr val="accent1"/>
                </a:solidFill>
                <a:latin typeface="Cambria" panose="02040503050406030204" pitchFamily="18" charset="0"/>
                <a:ea typeface="Cambria" panose="02040503050406030204" pitchFamily="18" charset="0"/>
                <a:cs typeface="Verdana"/>
                <a:sym typeface="Verdana"/>
              </a:rPr>
              <a:t>Project</a:t>
            </a:r>
            <a:r>
              <a:rPr lang="en-US" sz="2000" b="1" i="0" u="none" strike="noStrike" cap="none" dirty="0">
                <a:solidFill>
                  <a:schemeClr val="accent1"/>
                </a:solidFill>
                <a:latin typeface="Cambria" panose="02040503050406030204" pitchFamily="18" charset="0"/>
                <a:ea typeface="Cambria" panose="02040503050406030204" pitchFamily="18" charset="0"/>
                <a:cs typeface="Verdana"/>
                <a:sym typeface="Verdana"/>
              </a:rPr>
              <a:t> Coordinator: </a:t>
            </a:r>
            <a:r>
              <a:rPr lang="en-US" sz="2000" b="1" i="0" u="none" strike="noStrike" cap="none" dirty="0">
                <a:latin typeface="Cambria" panose="02040503050406030204" pitchFamily="18" charset="0"/>
                <a:ea typeface="Cambria" panose="02040503050406030204" pitchFamily="18" charset="0"/>
                <a:cs typeface="Verdana"/>
                <a:sym typeface="Verdana"/>
              </a:rPr>
              <a:t>Mr. </a:t>
            </a:r>
            <a:r>
              <a:rPr lang="en-US" sz="2000" b="1" i="0" u="none" strike="noStrike" cap="none" dirty="0" err="1">
                <a:latin typeface="Cambria" panose="02040503050406030204" pitchFamily="18" charset="0"/>
                <a:ea typeface="Cambria" panose="02040503050406030204" pitchFamily="18" charset="0"/>
                <a:cs typeface="Verdana"/>
                <a:sym typeface="Verdana"/>
              </a:rPr>
              <a:t>Muthuraju</a:t>
            </a:r>
            <a:r>
              <a:rPr lang="en-US" sz="2000" b="1" i="0" u="none" strike="noStrike" cap="none" dirty="0">
                <a:latin typeface="Cambria" panose="02040503050406030204" pitchFamily="18" charset="0"/>
                <a:ea typeface="Cambria" panose="02040503050406030204" pitchFamily="18" charset="0"/>
                <a:cs typeface="Verdana"/>
                <a:sym typeface="Verdana"/>
              </a:rPr>
              <a:t> V</a:t>
            </a:r>
          </a:p>
          <a:p>
            <a:pPr lvl="0">
              <a:buClr>
                <a:srgbClr val="17365D"/>
              </a:buClr>
              <a:buSzPct val="100000"/>
            </a:pPr>
            <a:r>
              <a:rPr lang="en-US" sz="2000" b="1" dirty="0">
                <a:solidFill>
                  <a:schemeClr val="accent1"/>
                </a:solidFill>
                <a:latin typeface="Cambria" panose="02040503050406030204" pitchFamily="18" charset="0"/>
                <a:ea typeface="Cambria" panose="02040503050406030204" pitchFamily="18" charset="0"/>
                <a:cs typeface="Verdana"/>
                <a:sym typeface="Verdana"/>
              </a:rPr>
              <a:t>Name of the School Internship Coordinator: </a:t>
            </a:r>
            <a:r>
              <a:rPr lang="en-US" sz="2000" b="1" dirty="0">
                <a:latin typeface="Cambria" panose="02040503050406030204" pitchFamily="18" charset="0"/>
                <a:ea typeface="Cambria" panose="02040503050406030204" pitchFamily="18" charset="0"/>
                <a:cs typeface="Verdana"/>
                <a:sym typeface="Verdana"/>
              </a:rPr>
              <a:t>Dr. Sampath A K, Dr. Geetha A</a:t>
            </a:r>
          </a:p>
          <a:p>
            <a:pPr lvl="0">
              <a:buClr>
                <a:srgbClr val="17365D"/>
              </a:buClr>
              <a:buSzPct val="100000"/>
            </a:pPr>
            <a:r>
              <a:rPr lang="en-US" sz="2000" b="1" dirty="0">
                <a:latin typeface="Cambria" panose="02040503050406030204" pitchFamily="18" charset="0"/>
                <a:ea typeface="Cambria" panose="02040503050406030204" pitchFamily="18" charset="0"/>
                <a:cs typeface="Verdana"/>
                <a:sym typeface="Verdana"/>
              </a:rPr>
              <a:t> 													</a:t>
            </a:r>
            <a:endParaRPr sz="2000" b="1" i="0" u="none" strike="noStrike" cap="none" dirty="0">
              <a:solidFill>
                <a:schemeClr val="tx1"/>
              </a:solidFill>
              <a:latin typeface="Cambria" panose="02040503050406030204" pitchFamily="18" charset="0"/>
              <a:ea typeface="Cambria" panose="02040503050406030204" pitchFamily="18" charset="0"/>
              <a:cs typeface="Verdana"/>
              <a:sym typeface="Verdana"/>
            </a:endParaRPr>
          </a:p>
        </p:txBody>
      </p:sp>
      <p:sp>
        <p:nvSpPr>
          <p:cNvPr id="9" name="Title 1"/>
          <p:cNvSpPr txBox="1">
            <a:spLocks/>
          </p:cNvSpPr>
          <p:nvPr/>
        </p:nvSpPr>
        <p:spPr>
          <a:xfrm>
            <a:off x="838200" y="233907"/>
            <a:ext cx="10515600" cy="156006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17365D"/>
              </a:buClr>
              <a:buSzPts val="2800"/>
              <a:buFont typeface="Verdana"/>
              <a:buNone/>
              <a:defRPr sz="2800" b="1" i="0" u="none" strike="noStrike" cap="none">
                <a:solidFill>
                  <a:srgbClr val="17365D"/>
                </a:solidFill>
                <a:latin typeface="Verdana"/>
                <a:ea typeface="Verdana"/>
                <a:cs typeface="Verdana"/>
                <a:sym typeface="Verdana"/>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algn="ctr"/>
            <a:r>
              <a:rPr lang="en-US" altLang="en-US" dirty="0">
                <a:solidFill>
                  <a:schemeClr val="accent1">
                    <a:lumMod val="75000"/>
                  </a:schemeClr>
                </a:solidFill>
                <a:latin typeface="Times New Roman" panose="02020603050405020304" pitchFamily="18" charset="0"/>
                <a:cs typeface="Times New Roman" panose="02020603050405020304" pitchFamily="18" charset="0"/>
              </a:rPr>
              <a:t>CSE7302 – PROJECT</a:t>
            </a:r>
            <a:br>
              <a:rPr lang="en-IN" dirty="0">
                <a:solidFill>
                  <a:srgbClr val="FF0000"/>
                </a:solidFill>
                <a:latin typeface="Times New Roman" panose="02020603050405020304" pitchFamily="18" charset="0"/>
                <a:cs typeface="Times New Roman" panose="02020603050405020304" pitchFamily="18" charset="0"/>
              </a:rPr>
            </a:br>
            <a:r>
              <a:rPr lang="en-US" sz="2400" dirty="0">
                <a:solidFill>
                  <a:srgbClr val="0070C0"/>
                </a:solidFill>
                <a:latin typeface="Times New Roman" panose="02020603050405020304" pitchFamily="18" charset="0"/>
                <a:ea typeface="Tahoma" pitchFamily="34" charset="0"/>
                <a:cs typeface="Times New Roman" panose="02020603050405020304" pitchFamily="18" charset="0"/>
              </a:rPr>
              <a:t>Review-2 Presentation </a:t>
            </a:r>
          </a:p>
          <a:p>
            <a:pPr algn="ctr"/>
            <a:r>
              <a:rPr lang="en-US" sz="2400" dirty="0">
                <a:solidFill>
                  <a:srgbClr val="0070C0"/>
                </a:solidFill>
                <a:latin typeface="Times New Roman" panose="02020603050405020304" pitchFamily="18" charset="0"/>
                <a:ea typeface="Tahoma" pitchFamily="34" charset="0"/>
                <a:cs typeface="Times New Roman" panose="02020603050405020304" pitchFamily="18" charset="0"/>
              </a:rPr>
              <a:t>Batch Number:  CSE_104 </a:t>
            </a:r>
            <a:br>
              <a:rPr lang="en-US" sz="2400" dirty="0">
                <a:solidFill>
                  <a:srgbClr val="0070C0"/>
                </a:solidFill>
                <a:latin typeface="Times New Roman" panose="02020603050405020304" pitchFamily="18" charset="0"/>
                <a:ea typeface="Tahoma" pitchFamily="34" charset="0"/>
                <a:cs typeface="Times New Roman" panose="02020603050405020304" pitchFamily="18" charset="0"/>
              </a:rPr>
            </a:br>
            <a:r>
              <a:rPr lang="en-US" sz="2400" dirty="0">
                <a:solidFill>
                  <a:srgbClr val="0070C0"/>
                </a:solidFill>
                <a:latin typeface="Times New Roman" panose="02020603050405020304" pitchFamily="18" charset="0"/>
                <a:ea typeface="Tahoma" pitchFamily="34" charset="0"/>
                <a:cs typeface="Times New Roman" panose="02020603050405020304" pitchFamily="18" charset="0"/>
              </a:rPr>
              <a:t>Internship/Industrial Training with Placement Opportunity</a:t>
            </a:r>
            <a:br>
              <a:rPr lang="en-US" sz="2400" dirty="0">
                <a:solidFill>
                  <a:srgbClr val="0070C0"/>
                </a:solidFill>
                <a:latin typeface="Times New Roman" panose="02020603050405020304" pitchFamily="18" charset="0"/>
                <a:ea typeface="Tahoma" pitchFamily="34" charset="0"/>
                <a:cs typeface="Times New Roman" panose="02020603050405020304" pitchFamily="18" charset="0"/>
              </a:rPr>
            </a:br>
            <a:endParaRPr lang="en-US" sz="2400" dirty="0">
              <a:latin typeface="Times New Roman" panose="02020603050405020304" pitchFamily="18" charset="0"/>
              <a:cs typeface="Times New Roman" panose="02020603050405020304" pitchFamily="18" charset="0"/>
            </a:endParaRPr>
          </a:p>
        </p:txBody>
      </p:sp>
      <p:graphicFrame>
        <p:nvGraphicFramePr>
          <p:cNvPr id="2" name="Table 1">
            <a:extLst>
              <a:ext uri="{FF2B5EF4-FFF2-40B4-BE49-F238E27FC236}">
                <a16:creationId xmlns:a16="http://schemas.microsoft.com/office/drawing/2014/main" id="{F9664B5C-27E6-2A44-E18B-69B8EAD311BF}"/>
              </a:ext>
            </a:extLst>
          </p:cNvPr>
          <p:cNvGraphicFramePr>
            <a:graphicFrameLocks noGrp="1"/>
          </p:cNvGraphicFramePr>
          <p:nvPr>
            <p:extLst>
              <p:ext uri="{D42A27DB-BD31-4B8C-83A1-F6EECF244321}">
                <p14:modId xmlns:p14="http://schemas.microsoft.com/office/powerpoint/2010/main" val="2496012667"/>
              </p:ext>
            </p:extLst>
          </p:nvPr>
        </p:nvGraphicFramePr>
        <p:xfrm>
          <a:off x="384958" y="2130453"/>
          <a:ext cx="5711042" cy="1560060"/>
        </p:xfrm>
        <a:graphic>
          <a:graphicData uri="http://schemas.openxmlformats.org/drawingml/2006/table">
            <a:tbl>
              <a:tblPr firstRow="1" bandRow="1">
                <a:tableStyleId>{5C22544A-7EE6-4342-B048-85BDC9FD1C3A}</a:tableStyleId>
              </a:tblPr>
              <a:tblGrid>
                <a:gridCol w="2855521">
                  <a:extLst>
                    <a:ext uri="{9D8B030D-6E8A-4147-A177-3AD203B41FA5}">
                      <a16:colId xmlns:a16="http://schemas.microsoft.com/office/drawing/2014/main" val="3443258470"/>
                    </a:ext>
                  </a:extLst>
                </a:gridCol>
                <a:gridCol w="2855521">
                  <a:extLst>
                    <a:ext uri="{9D8B030D-6E8A-4147-A177-3AD203B41FA5}">
                      <a16:colId xmlns:a16="http://schemas.microsoft.com/office/drawing/2014/main" val="1053789199"/>
                    </a:ext>
                  </a:extLst>
                </a:gridCol>
              </a:tblGrid>
              <a:tr h="390015">
                <a:tc>
                  <a:txBody>
                    <a:bodyPr/>
                    <a:lstStyle/>
                    <a:p>
                      <a:pPr algn="ctr"/>
                      <a:r>
                        <a:rPr lang="en-US" dirty="0">
                          <a:latin typeface="Times New Roman" panose="02020603050405020304" pitchFamily="18" charset="0"/>
                          <a:cs typeface="Times New Roman" panose="02020603050405020304" pitchFamily="18" charset="0"/>
                        </a:rPr>
                        <a:t>Name</a:t>
                      </a:r>
                      <a:endParaRPr lang="en-IN" dirty="0">
                        <a:latin typeface="Times New Roman" panose="02020603050405020304" pitchFamily="18" charset="0"/>
                        <a:cs typeface="Times New Roman" panose="02020603050405020304" pitchFamily="18" charset="0"/>
                      </a:endParaRPr>
                    </a:p>
                  </a:txBody>
                  <a:tcPr anchor="ctr"/>
                </a:tc>
                <a:tc>
                  <a:txBody>
                    <a:bodyPr/>
                    <a:lstStyle/>
                    <a:p>
                      <a:pPr algn="ctr"/>
                      <a:r>
                        <a:rPr lang="en-US" dirty="0">
                          <a:latin typeface="Times New Roman" panose="02020603050405020304" pitchFamily="18" charset="0"/>
                          <a:cs typeface="Times New Roman" panose="02020603050405020304" pitchFamily="18" charset="0"/>
                        </a:rPr>
                        <a:t>Roll No</a:t>
                      </a:r>
                      <a:endParaRPr lang="en-IN"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2724613055"/>
                  </a:ext>
                </a:extLst>
              </a:tr>
              <a:tr h="390015">
                <a:tc>
                  <a:txBody>
                    <a:bodyPr/>
                    <a:lstStyle/>
                    <a:p>
                      <a:pPr algn="ctr"/>
                      <a:r>
                        <a:rPr lang="en-US" dirty="0">
                          <a:latin typeface="Times New Roman" panose="02020603050405020304" pitchFamily="18" charset="0"/>
                          <a:cs typeface="Times New Roman" panose="02020603050405020304" pitchFamily="18" charset="0"/>
                        </a:rPr>
                        <a:t>Manjunatha</a:t>
                      </a:r>
                      <a:endParaRPr lang="en-IN" dirty="0">
                        <a:latin typeface="Times New Roman" panose="02020603050405020304" pitchFamily="18" charset="0"/>
                        <a:cs typeface="Times New Roman" panose="02020603050405020304" pitchFamily="18" charset="0"/>
                      </a:endParaRPr>
                    </a:p>
                  </a:txBody>
                  <a:tcPr anchor="ctr"/>
                </a:tc>
                <a:tc>
                  <a:txBody>
                    <a:bodyPr/>
                    <a:lstStyle/>
                    <a:p>
                      <a:pPr algn="ctr"/>
                      <a:r>
                        <a:rPr lang="en-US" dirty="0">
                          <a:latin typeface="Times New Roman" panose="02020603050405020304" pitchFamily="18" charset="0"/>
                          <a:cs typeface="Times New Roman" panose="02020603050405020304" pitchFamily="18" charset="0"/>
                        </a:rPr>
                        <a:t>20221CSE0600</a:t>
                      </a:r>
                      <a:endParaRPr lang="en-IN"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3460339845"/>
                  </a:ext>
                </a:extLst>
              </a:tr>
              <a:tr h="390015">
                <a:tc>
                  <a:txBody>
                    <a:bodyPr/>
                    <a:lstStyle/>
                    <a:p>
                      <a:pPr algn="ctr"/>
                      <a:r>
                        <a:rPr lang="en-US" dirty="0">
                          <a:latin typeface="Times New Roman" panose="02020603050405020304" pitchFamily="18" charset="0"/>
                          <a:cs typeface="Times New Roman" panose="02020603050405020304" pitchFamily="18" charset="0"/>
                        </a:rPr>
                        <a:t>Mamatha S M</a:t>
                      </a:r>
                      <a:endParaRPr lang="en-IN" dirty="0">
                        <a:latin typeface="Times New Roman" panose="02020603050405020304" pitchFamily="18" charset="0"/>
                        <a:cs typeface="Times New Roman" panose="02020603050405020304" pitchFamily="18" charset="0"/>
                      </a:endParaRPr>
                    </a:p>
                  </a:txBody>
                  <a:tcPr anchor="ctr"/>
                </a:tc>
                <a:tc>
                  <a:txBody>
                    <a:bodyPr/>
                    <a:lstStyle/>
                    <a:p>
                      <a:pPr algn="ctr"/>
                      <a:r>
                        <a:rPr lang="en-US" dirty="0">
                          <a:latin typeface="Times New Roman" panose="02020603050405020304" pitchFamily="18" charset="0"/>
                          <a:cs typeface="Times New Roman" panose="02020603050405020304" pitchFamily="18" charset="0"/>
                        </a:rPr>
                        <a:t>20221CSE0599</a:t>
                      </a:r>
                      <a:endParaRPr lang="en-IN"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2015934347"/>
                  </a:ext>
                </a:extLst>
              </a:tr>
              <a:tr h="390015">
                <a:tc>
                  <a:txBody>
                    <a:bodyPr/>
                    <a:lstStyle/>
                    <a:p>
                      <a:pPr algn="ctr"/>
                      <a:r>
                        <a:rPr lang="en-US" dirty="0">
                          <a:latin typeface="Times New Roman" panose="02020603050405020304" pitchFamily="18" charset="0"/>
                          <a:cs typeface="Times New Roman" panose="02020603050405020304" pitchFamily="18" charset="0"/>
                        </a:rPr>
                        <a:t>Archana P</a:t>
                      </a:r>
                      <a:endParaRPr lang="en-IN" dirty="0">
                        <a:latin typeface="Times New Roman" panose="02020603050405020304" pitchFamily="18" charset="0"/>
                        <a:cs typeface="Times New Roman" panose="02020603050405020304" pitchFamily="18" charset="0"/>
                      </a:endParaRPr>
                    </a:p>
                  </a:txBody>
                  <a:tcPr anchor="ctr"/>
                </a:tc>
                <a:tc>
                  <a:txBody>
                    <a:bodyPr/>
                    <a:lstStyle/>
                    <a:p>
                      <a:pPr algn="ctr"/>
                      <a:r>
                        <a:rPr lang="en-US" dirty="0">
                          <a:latin typeface="Times New Roman" panose="02020603050405020304" pitchFamily="18" charset="0"/>
                          <a:cs typeface="Times New Roman" panose="02020603050405020304" pitchFamily="18" charset="0"/>
                        </a:rPr>
                        <a:t>20221CSE0569</a:t>
                      </a:r>
                      <a:endParaRPr lang="en-IN"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1391437113"/>
                  </a:ext>
                </a:extLst>
              </a:tr>
            </a:tbl>
          </a:graphicData>
        </a:graphic>
      </p:graphicFrame>
    </p:spTree>
    <p:extLst>
      <p:ext uri="{BB962C8B-B14F-4D97-AF65-F5344CB8AC3E}">
        <p14:creationId xmlns:p14="http://schemas.microsoft.com/office/powerpoint/2010/main" val="306672458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4"/>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a:buNone/>
            </a:pPr>
            <a:r>
              <a:rPr lang="en-GB" dirty="0">
                <a:latin typeface="Cambria" panose="02040503050406030204" pitchFamily="18" charset="0"/>
                <a:ea typeface="Cambria" panose="02040503050406030204" pitchFamily="18" charset="0"/>
              </a:rPr>
              <a:t>Content</a:t>
            </a:r>
            <a:endParaRPr dirty="0">
              <a:latin typeface="Cambria" panose="02040503050406030204" pitchFamily="18" charset="0"/>
              <a:ea typeface="Cambria" panose="02040503050406030204" pitchFamily="18" charset="0"/>
            </a:endParaRPr>
          </a:p>
        </p:txBody>
      </p:sp>
      <p:sp>
        <p:nvSpPr>
          <p:cNvPr id="97" name="Google Shape;97;p14"/>
          <p:cNvSpPr txBox="1">
            <a:spLocks noGrp="1"/>
          </p:cNvSpPr>
          <p:nvPr>
            <p:ph type="body" idx="1"/>
          </p:nvPr>
        </p:nvSpPr>
        <p:spPr>
          <a:xfrm>
            <a:off x="704516" y="902370"/>
            <a:ext cx="10668000" cy="4271209"/>
          </a:xfrm>
          <a:prstGeom prst="rect">
            <a:avLst/>
          </a:prstGeom>
          <a:noFill/>
          <a:ln>
            <a:noFill/>
          </a:ln>
        </p:spPr>
        <p:txBody>
          <a:bodyPr spcFirstLastPara="1" wrap="square" lIns="91425" tIns="45700" rIns="91425" bIns="45700" anchor="t" anchorCtr="0">
            <a:noAutofit/>
          </a:bodyPr>
          <a:lstStyle/>
          <a:p>
            <a:pPr marL="495300" indent="-342900" algn="just">
              <a:lnSpc>
                <a:spcPct val="100000"/>
              </a:lnSpc>
              <a:spcBef>
                <a:spcPts val="0"/>
              </a:spcBef>
              <a:buFont typeface="Wingdings" panose="05000000000000000000" pitchFamily="2" charset="2"/>
              <a:buChar char="Ø"/>
            </a:pPr>
            <a:r>
              <a:rPr lang="en-US" sz="2000" b="1" dirty="0">
                <a:solidFill>
                  <a:srgbClr val="0070C0"/>
                </a:solidFill>
                <a:latin typeface="Times New Roman" panose="02020603050405020304" pitchFamily="18" charset="0"/>
                <a:cs typeface="Times New Roman" panose="02020603050405020304" pitchFamily="18" charset="0"/>
              </a:rPr>
              <a:t>Abstract</a:t>
            </a:r>
          </a:p>
          <a:p>
            <a:pPr marL="495300" indent="-342900" algn="just">
              <a:lnSpc>
                <a:spcPct val="100000"/>
              </a:lnSpc>
              <a:spcBef>
                <a:spcPts val="0"/>
              </a:spcBef>
              <a:buFont typeface="Wingdings" panose="05000000000000000000" pitchFamily="2" charset="2"/>
              <a:buChar char="Ø"/>
            </a:pPr>
            <a:r>
              <a:rPr lang="en-IN" sz="2000" b="1" dirty="0">
                <a:solidFill>
                  <a:schemeClr val="accent1">
                    <a:lumMod val="75000"/>
                  </a:schemeClr>
                </a:solidFill>
                <a:latin typeface="Times New Roman" panose="02020603050405020304" pitchFamily="18" charset="0"/>
                <a:cs typeface="Times New Roman" panose="02020603050405020304" pitchFamily="18" charset="0"/>
              </a:rPr>
              <a:t>Literature Survey</a:t>
            </a:r>
          </a:p>
          <a:p>
            <a:pPr marL="495300" indent="-342900" algn="just">
              <a:lnSpc>
                <a:spcPct val="100000"/>
              </a:lnSpc>
              <a:spcBef>
                <a:spcPts val="0"/>
              </a:spcBef>
              <a:buFont typeface="Wingdings" panose="05000000000000000000" pitchFamily="2" charset="2"/>
              <a:buChar char="Ø"/>
            </a:pPr>
            <a:r>
              <a:rPr lang="en-IN" sz="2000" b="1" dirty="0">
                <a:solidFill>
                  <a:schemeClr val="accent1">
                    <a:lumMod val="75000"/>
                  </a:schemeClr>
                </a:solidFill>
                <a:latin typeface="Times New Roman" panose="02020603050405020304" pitchFamily="18" charset="0"/>
                <a:cs typeface="Times New Roman" panose="02020603050405020304" pitchFamily="18" charset="0"/>
              </a:rPr>
              <a:t>Objectives </a:t>
            </a:r>
          </a:p>
          <a:p>
            <a:pPr marL="495300" indent="-342900" algn="just">
              <a:lnSpc>
                <a:spcPct val="100000"/>
              </a:lnSpc>
              <a:spcBef>
                <a:spcPts val="0"/>
              </a:spcBef>
              <a:buFont typeface="Wingdings" panose="05000000000000000000" pitchFamily="2" charset="2"/>
              <a:buChar char="Ø"/>
            </a:pPr>
            <a:r>
              <a:rPr lang="en-IN" sz="2000" b="1" dirty="0">
                <a:solidFill>
                  <a:schemeClr val="accent1">
                    <a:lumMod val="75000"/>
                  </a:schemeClr>
                </a:solidFill>
                <a:latin typeface="Times New Roman" panose="02020603050405020304" pitchFamily="18" charset="0"/>
                <a:cs typeface="Times New Roman" panose="02020603050405020304" pitchFamily="18" charset="0"/>
              </a:rPr>
              <a:t>Existing Methods and drawbacks</a:t>
            </a:r>
          </a:p>
          <a:p>
            <a:pPr marL="495300" indent="-342900" algn="just">
              <a:lnSpc>
                <a:spcPct val="100000"/>
              </a:lnSpc>
              <a:spcBef>
                <a:spcPts val="0"/>
              </a:spcBef>
              <a:buFont typeface="Wingdings" panose="05000000000000000000" pitchFamily="2" charset="2"/>
              <a:buChar char="Ø"/>
            </a:pPr>
            <a:r>
              <a:rPr lang="en-IN" sz="2000" b="1" dirty="0">
                <a:solidFill>
                  <a:schemeClr val="accent1">
                    <a:lumMod val="75000"/>
                  </a:schemeClr>
                </a:solidFill>
                <a:latin typeface="Times New Roman" panose="02020603050405020304" pitchFamily="18" charset="0"/>
                <a:cs typeface="Times New Roman" panose="02020603050405020304" pitchFamily="18" charset="0"/>
              </a:rPr>
              <a:t>Proposed Method and </a:t>
            </a:r>
            <a:r>
              <a:rPr lang="en-IN" sz="2000" b="1" dirty="0" err="1">
                <a:solidFill>
                  <a:schemeClr val="accent1">
                    <a:lumMod val="75000"/>
                  </a:schemeClr>
                </a:solidFill>
                <a:latin typeface="Times New Roman" panose="02020603050405020304" pitchFamily="18" charset="0"/>
                <a:cs typeface="Times New Roman" panose="02020603050405020304" pitchFamily="18" charset="0"/>
              </a:rPr>
              <a:t>Feasability</a:t>
            </a:r>
            <a:endParaRPr lang="en-IN" sz="2000" b="1" dirty="0">
              <a:solidFill>
                <a:schemeClr val="accent1">
                  <a:lumMod val="75000"/>
                </a:schemeClr>
              </a:solidFill>
              <a:latin typeface="Times New Roman" panose="02020603050405020304" pitchFamily="18" charset="0"/>
              <a:cs typeface="Times New Roman" panose="02020603050405020304" pitchFamily="18" charset="0"/>
            </a:endParaRPr>
          </a:p>
          <a:p>
            <a:pPr marL="495300" indent="-342900" algn="just">
              <a:lnSpc>
                <a:spcPct val="100000"/>
              </a:lnSpc>
              <a:spcBef>
                <a:spcPts val="0"/>
              </a:spcBef>
              <a:buFont typeface="Wingdings" panose="05000000000000000000" pitchFamily="2" charset="2"/>
              <a:buChar char="Ø"/>
            </a:pPr>
            <a:r>
              <a:rPr lang="en-IN" sz="2000" b="1" dirty="0">
                <a:solidFill>
                  <a:schemeClr val="accent1">
                    <a:lumMod val="75000"/>
                  </a:schemeClr>
                </a:solidFill>
                <a:latin typeface="Times New Roman" panose="02020603050405020304" pitchFamily="18" charset="0"/>
                <a:cs typeface="Times New Roman" panose="02020603050405020304" pitchFamily="18" charset="0"/>
              </a:rPr>
              <a:t>Architecture Diagram</a:t>
            </a:r>
          </a:p>
          <a:p>
            <a:pPr marL="495300" indent="-342900" algn="just">
              <a:lnSpc>
                <a:spcPct val="100000"/>
              </a:lnSpc>
              <a:spcBef>
                <a:spcPts val="0"/>
              </a:spcBef>
              <a:buFont typeface="Wingdings" panose="05000000000000000000" pitchFamily="2" charset="2"/>
              <a:buChar char="Ø"/>
            </a:pPr>
            <a:r>
              <a:rPr lang="en-IN" sz="2000" b="1" dirty="0">
                <a:solidFill>
                  <a:schemeClr val="accent1">
                    <a:lumMod val="75000"/>
                  </a:schemeClr>
                </a:solidFill>
                <a:latin typeface="Times New Roman" panose="02020603050405020304" pitchFamily="18" charset="0"/>
                <a:cs typeface="Times New Roman" panose="02020603050405020304" pitchFamily="18" charset="0"/>
              </a:rPr>
              <a:t>Modules</a:t>
            </a:r>
          </a:p>
          <a:p>
            <a:pPr marL="495300" indent="-342900" algn="just">
              <a:lnSpc>
                <a:spcPct val="100000"/>
              </a:lnSpc>
              <a:spcBef>
                <a:spcPts val="0"/>
              </a:spcBef>
              <a:buFont typeface="Wingdings" panose="05000000000000000000" pitchFamily="2" charset="2"/>
              <a:buChar char="Ø"/>
            </a:pPr>
            <a:r>
              <a:rPr lang="en-IN" sz="2000" b="1" dirty="0">
                <a:solidFill>
                  <a:schemeClr val="accent1">
                    <a:lumMod val="75000"/>
                  </a:schemeClr>
                </a:solidFill>
                <a:latin typeface="Times New Roman" panose="02020603050405020304" pitchFamily="18" charset="0"/>
                <a:cs typeface="Times New Roman" panose="02020603050405020304" pitchFamily="18" charset="0"/>
              </a:rPr>
              <a:t>System Requirements</a:t>
            </a:r>
          </a:p>
          <a:p>
            <a:pPr marL="495300" indent="-342900" algn="just">
              <a:lnSpc>
                <a:spcPct val="100000"/>
              </a:lnSpc>
              <a:spcBef>
                <a:spcPts val="0"/>
              </a:spcBef>
              <a:buFont typeface="Wingdings" panose="05000000000000000000" pitchFamily="2" charset="2"/>
              <a:buChar char="Ø"/>
            </a:pPr>
            <a:r>
              <a:rPr lang="en-IN" sz="2000" b="1" dirty="0">
                <a:solidFill>
                  <a:schemeClr val="accent1">
                    <a:lumMod val="75000"/>
                  </a:schemeClr>
                </a:solidFill>
                <a:latin typeface="Times New Roman" panose="02020603050405020304" pitchFamily="18" charset="0"/>
                <a:cs typeface="Times New Roman" panose="02020603050405020304" pitchFamily="18" charset="0"/>
              </a:rPr>
              <a:t>Timeline </a:t>
            </a:r>
          </a:p>
          <a:p>
            <a:pPr marL="495300" indent="-342900" algn="just">
              <a:lnSpc>
                <a:spcPct val="100000"/>
              </a:lnSpc>
              <a:spcBef>
                <a:spcPts val="0"/>
              </a:spcBef>
              <a:buFont typeface="Wingdings" panose="05000000000000000000" pitchFamily="2" charset="2"/>
              <a:buChar char="Ø"/>
            </a:pPr>
            <a:r>
              <a:rPr lang="en-IN" sz="2000" b="1" dirty="0">
                <a:solidFill>
                  <a:schemeClr val="accent1">
                    <a:lumMod val="75000"/>
                  </a:schemeClr>
                </a:solidFill>
                <a:latin typeface="Times New Roman" panose="02020603050405020304" pitchFamily="18" charset="0"/>
                <a:cs typeface="Times New Roman" panose="02020603050405020304" pitchFamily="18" charset="0"/>
              </a:rPr>
              <a:t>Project Roadmap</a:t>
            </a:r>
          </a:p>
          <a:p>
            <a:pPr marL="495300" indent="-342900" algn="just">
              <a:lnSpc>
                <a:spcPct val="100000"/>
              </a:lnSpc>
              <a:spcBef>
                <a:spcPts val="0"/>
              </a:spcBef>
              <a:buFont typeface="Wingdings" panose="05000000000000000000" pitchFamily="2" charset="2"/>
              <a:buChar char="Ø"/>
            </a:pPr>
            <a:r>
              <a:rPr lang="en-IN" sz="2000" b="1" dirty="0">
                <a:solidFill>
                  <a:schemeClr val="accent1">
                    <a:lumMod val="75000"/>
                  </a:schemeClr>
                </a:solidFill>
                <a:latin typeface="Times New Roman" panose="02020603050405020304" pitchFamily="18" charset="0"/>
                <a:cs typeface="Times New Roman" panose="02020603050405020304" pitchFamily="18" charset="0"/>
              </a:rPr>
              <a:t>Github Link</a:t>
            </a:r>
            <a:endParaRPr lang="en-US" sz="2000" dirty="0">
              <a:latin typeface="Cambria" panose="02040503050406030204" pitchFamily="18" charset="0"/>
              <a:ea typeface="Cambria" panose="02040503050406030204" pitchFamily="18" charset="0"/>
            </a:endParaRPr>
          </a:p>
          <a:p>
            <a:pPr marL="495300" lvl="0" indent="-342900" algn="just" rtl="0">
              <a:lnSpc>
                <a:spcPct val="100000"/>
              </a:lnSpc>
              <a:spcBef>
                <a:spcPts val="0"/>
              </a:spcBef>
              <a:spcAft>
                <a:spcPts val="0"/>
              </a:spcAft>
              <a:buClr>
                <a:schemeClr val="dk1"/>
              </a:buClr>
              <a:buSzPts val="2400"/>
              <a:buFont typeface="Wingdings" panose="05000000000000000000" pitchFamily="2" charset="2"/>
              <a:buChar char="Ø"/>
            </a:pPr>
            <a:endParaRPr sz="2000" dirty="0">
              <a:latin typeface="Cambria" panose="02040503050406030204" pitchFamily="18" charset="0"/>
              <a:ea typeface="Cambria" panose="02040503050406030204" pitchFamily="18" charset="0"/>
            </a:endParaRPr>
          </a:p>
        </p:txBody>
      </p:sp>
      <p:cxnSp>
        <p:nvCxnSpPr>
          <p:cNvPr id="2" name="Straight Connector 1">
            <a:extLst>
              <a:ext uri="{FF2B5EF4-FFF2-40B4-BE49-F238E27FC236}">
                <a16:creationId xmlns:a16="http://schemas.microsoft.com/office/drawing/2014/main" id="{F1FF6683-85A9-1030-7CE8-E717BB254050}"/>
              </a:ext>
            </a:extLst>
          </p:cNvPr>
          <p:cNvCxnSpPr/>
          <p:nvPr/>
        </p:nvCxnSpPr>
        <p:spPr>
          <a:xfrm>
            <a:off x="838200" y="833501"/>
            <a:ext cx="10980174" cy="0"/>
          </a:xfrm>
          <a:prstGeom prst="line">
            <a:avLst/>
          </a:prstGeom>
          <a:ln w="28575"/>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56294043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36525"/>
            <a:ext cx="10515600" cy="819241"/>
          </a:xfrm>
        </p:spPr>
        <p:txBody>
          <a:bodyPr/>
          <a:lstStyle/>
          <a:p>
            <a:r>
              <a:rPr lang="en-IN" sz="3200" b="1" dirty="0">
                <a:solidFill>
                  <a:schemeClr val="accent1">
                    <a:lumMod val="75000"/>
                  </a:schemeClr>
                </a:solidFill>
                <a:latin typeface="Times New Roman" panose="02020603050405020304" pitchFamily="18" charset="0"/>
                <a:cs typeface="Times New Roman" panose="02020603050405020304" pitchFamily="18" charset="0"/>
              </a:rPr>
              <a:t>ABSTRACT</a:t>
            </a: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pPr>
                <a:defRPr/>
              </a:pPr>
              <a:t>3</a:t>
            </a:fld>
            <a:endParaRPr lang="en-US" altLang="en-US"/>
          </a:p>
        </p:txBody>
      </p:sp>
      <p:sp>
        <p:nvSpPr>
          <p:cNvPr id="6" name="Rectangle 2">
            <a:extLst>
              <a:ext uri="{FF2B5EF4-FFF2-40B4-BE49-F238E27FC236}">
                <a16:creationId xmlns:a16="http://schemas.microsoft.com/office/drawing/2014/main" id="{2F84C968-D860-A118-153E-DDAD7526CCF5}"/>
              </a:ext>
            </a:extLst>
          </p:cNvPr>
          <p:cNvSpPr>
            <a:spLocks noChangeArrowheads="1"/>
          </p:cNvSpPr>
          <p:nvPr/>
        </p:nvSpPr>
        <p:spPr bwMode="auto">
          <a:xfrm>
            <a:off x="838200" y="833501"/>
            <a:ext cx="10980174" cy="49939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2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Internship and placement processes in technical institutions are </a:t>
            </a: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manual, fragmented, and inefficient</a:t>
            </a: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2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Students depend on </a:t>
            </a: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WhatsApp, emails, and physical approvals</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leading to missed opportunities</a:t>
            </a:r>
          </a:p>
          <a:p>
            <a:pPr marL="0" marR="0" lvl="0" indent="0" algn="l" defTabSz="914400" rtl="0" eaLnBrk="0" fontAlgn="base" latinLnBrk="0" hangingPunct="0">
              <a:lnSpc>
                <a:spcPct val="2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Placement cells face </a:t>
            </a: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poor visibility and heavy administrative workload</a:t>
            </a: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2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Proposed solution: an </a:t>
            </a: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AI-driven, campus-centric internship &amp; placement portal</a:t>
            </a: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2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Provides a </a:t>
            </a: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single verified digital student profile</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for all applications</a:t>
            </a:r>
          </a:p>
          <a:p>
            <a:pPr marL="0" marR="0" lvl="0" indent="0" algn="l" defTabSz="914400" rtl="0" eaLnBrk="0" fontAlgn="base" latinLnBrk="0" hangingPunct="0">
              <a:lnSpc>
                <a:spcPct val="2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Automates </a:t>
            </a: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mentor approvals, interview scheduling, and progress tracking</a:t>
            </a: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2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Enables </a:t>
            </a: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skill-based opportunity matching and real-time placement analytics</a:t>
            </a: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2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Supervisor feedback triggers </a:t>
            </a: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certificate generation and employability updates</a:t>
            </a: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2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Designed to be </a:t>
            </a: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low-cost, secure, scalable, and role-based</a:t>
            </a: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cxnSp>
        <p:nvCxnSpPr>
          <p:cNvPr id="8" name="Straight Connector 7">
            <a:extLst>
              <a:ext uri="{FF2B5EF4-FFF2-40B4-BE49-F238E27FC236}">
                <a16:creationId xmlns:a16="http://schemas.microsoft.com/office/drawing/2014/main" id="{126E44A8-F176-1383-287B-358F751BF5CB}"/>
              </a:ext>
            </a:extLst>
          </p:cNvPr>
          <p:cNvCxnSpPr/>
          <p:nvPr/>
        </p:nvCxnSpPr>
        <p:spPr>
          <a:xfrm>
            <a:off x="838200" y="833501"/>
            <a:ext cx="10980174" cy="0"/>
          </a:xfrm>
          <a:prstGeom prst="line">
            <a:avLst/>
          </a:prstGeom>
          <a:ln w="28575"/>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65868212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19241"/>
          </a:xfrm>
        </p:spPr>
        <p:txBody>
          <a:bodyPr>
            <a:normAutofit/>
          </a:bodyPr>
          <a:lstStyle/>
          <a:p>
            <a:r>
              <a:rPr lang="en-IN" sz="3200" b="1" dirty="0">
                <a:solidFill>
                  <a:schemeClr val="accent1">
                    <a:lumMod val="75000"/>
                  </a:schemeClr>
                </a:solidFill>
                <a:latin typeface="Times New Roman" panose="02020603050405020304" pitchFamily="18" charset="0"/>
                <a:cs typeface="Times New Roman" panose="02020603050405020304" pitchFamily="18" charset="0"/>
              </a:rPr>
              <a:t>LITERATURE SURVEY</a:t>
            </a: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pPr>
                <a:defRPr/>
              </a:pPr>
              <a:t>4</a:t>
            </a:fld>
            <a:endParaRPr lang="en-US" altLang="en-US"/>
          </a:p>
        </p:txBody>
      </p:sp>
      <p:sp>
        <p:nvSpPr>
          <p:cNvPr id="7" name="Rectangle 1">
            <a:extLst>
              <a:ext uri="{FF2B5EF4-FFF2-40B4-BE49-F238E27FC236}">
                <a16:creationId xmlns:a16="http://schemas.microsoft.com/office/drawing/2014/main" id="{95870702-03C6-B7B7-0B8E-DC73C83227F7}"/>
              </a:ext>
            </a:extLst>
          </p:cNvPr>
          <p:cNvSpPr>
            <a:spLocks noChangeArrowheads="1"/>
          </p:cNvSpPr>
          <p:nvPr/>
        </p:nvSpPr>
        <p:spPr bwMode="auto">
          <a:xfrm>
            <a:off x="838200" y="1330220"/>
            <a:ext cx="9924393" cy="41975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Existing research focuses on </a:t>
            </a: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either internships or placements</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not both</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Centralized placement portals improve tracking but </a:t>
            </a: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ignore internship lifecycle</a:t>
            </a: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Internship portals support applications but </a:t>
            </a: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lack placement conversion analysis</a:t>
            </a: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AI-based systems use </a:t>
            </a: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basic resume filtering or rule-based matching</a:t>
            </a: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Limited support for </a:t>
            </a: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mentor approvals and academic scheduling</a:t>
            </a: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Commercial platforms (</a:t>
            </a:r>
            <a:r>
              <a:rPr kumimoji="0" lang="en-US" altLang="en-US" sz="18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Internshala</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Superset) focus on </a:t>
            </a: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job discovery, not campus workflows</a:t>
            </a: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Most systems lack </a:t>
            </a: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real-time dashboards and predictive analytics</a:t>
            </a: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Certificate generation and verification are </a:t>
            </a: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mostly manual or absent</a:t>
            </a: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Research gap identified:</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No unified, end-to-end, campus-centric solution</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This motivates the proposed </a:t>
            </a: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integrated AI-driven internship-to-placement platform</a:t>
            </a: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cxnSp>
        <p:nvCxnSpPr>
          <p:cNvPr id="9" name="Straight Connector 8">
            <a:extLst>
              <a:ext uri="{FF2B5EF4-FFF2-40B4-BE49-F238E27FC236}">
                <a16:creationId xmlns:a16="http://schemas.microsoft.com/office/drawing/2014/main" id="{203F4680-D9A7-1AB3-7524-3FFB1619187E}"/>
              </a:ext>
            </a:extLst>
          </p:cNvPr>
          <p:cNvCxnSpPr/>
          <p:nvPr/>
        </p:nvCxnSpPr>
        <p:spPr>
          <a:xfrm>
            <a:off x="589935" y="1184366"/>
            <a:ext cx="11080955" cy="0"/>
          </a:xfrm>
          <a:prstGeom prst="line">
            <a:avLst/>
          </a:prstGeom>
          <a:ln w="28575"/>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51069660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19241"/>
          </a:xfrm>
        </p:spPr>
        <p:txBody>
          <a:bodyPr/>
          <a:lstStyle/>
          <a:p>
            <a:r>
              <a:rPr lang="en-IN" sz="3200" b="1" dirty="0">
                <a:solidFill>
                  <a:schemeClr val="accent1">
                    <a:lumMod val="75000"/>
                  </a:schemeClr>
                </a:solidFill>
                <a:latin typeface="Times New Roman" panose="02020603050405020304" pitchFamily="18" charset="0"/>
                <a:cs typeface="Times New Roman" panose="02020603050405020304" pitchFamily="18" charset="0"/>
              </a:rPr>
              <a:t>OBJECTIVES</a:t>
            </a: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pPr>
                <a:defRPr/>
              </a:pPr>
              <a:t>5</a:t>
            </a:fld>
            <a:endParaRPr lang="en-US" altLang="en-US"/>
          </a:p>
        </p:txBody>
      </p:sp>
      <p:sp>
        <p:nvSpPr>
          <p:cNvPr id="7" name="TextBox 6">
            <a:extLst>
              <a:ext uri="{FF2B5EF4-FFF2-40B4-BE49-F238E27FC236}">
                <a16:creationId xmlns:a16="http://schemas.microsoft.com/office/drawing/2014/main" id="{F93BFB44-7AAA-E4DE-1941-DB1BCC6630D3}"/>
              </a:ext>
            </a:extLst>
          </p:cNvPr>
          <p:cNvSpPr txBox="1"/>
          <p:nvPr/>
        </p:nvSpPr>
        <p:spPr>
          <a:xfrm>
            <a:off x="838200" y="1418897"/>
            <a:ext cx="10339552" cy="3366563"/>
          </a:xfrm>
          <a:prstGeom prst="rect">
            <a:avLst/>
          </a:prstGeom>
          <a:noFill/>
        </p:spPr>
        <p:txBody>
          <a:bodyPr wrap="square" rtlCol="0">
            <a:spAutoFit/>
          </a:bodyPr>
          <a:lstStyle/>
          <a:p>
            <a:pPr>
              <a:lnSpc>
                <a:spcPct val="150000"/>
              </a:lnSpc>
            </a:pPr>
            <a:r>
              <a:rPr lang="en-US" b="1" dirty="0">
                <a:latin typeface="Times New Roman" panose="02020603050405020304" pitchFamily="18" charset="0"/>
                <a:cs typeface="Times New Roman" panose="02020603050405020304" pitchFamily="18" charset="0"/>
              </a:rPr>
              <a:t>OBJ-1</a:t>
            </a:r>
            <a:r>
              <a:rPr lang="en-US" dirty="0">
                <a:latin typeface="Times New Roman" panose="02020603050405020304" pitchFamily="18" charset="0"/>
                <a:cs typeface="Times New Roman" panose="02020603050405020304" pitchFamily="18" charset="0"/>
              </a:rPr>
              <a:t>: To design a centralized, campus-centric platform that integrates internship and placement management into a single digital system.</a:t>
            </a:r>
          </a:p>
          <a:p>
            <a:pPr>
              <a:lnSpc>
                <a:spcPct val="150000"/>
              </a:lnSpc>
            </a:pPr>
            <a:endParaRPr lang="en-US" dirty="0">
              <a:latin typeface="Times New Roman" panose="02020603050405020304" pitchFamily="18" charset="0"/>
              <a:cs typeface="Times New Roman" panose="02020603050405020304" pitchFamily="18" charset="0"/>
            </a:endParaRPr>
          </a:p>
          <a:p>
            <a:pPr>
              <a:lnSpc>
                <a:spcPct val="150000"/>
              </a:lnSpc>
            </a:pPr>
            <a:r>
              <a:rPr lang="en-US" b="1" dirty="0">
                <a:latin typeface="Times New Roman" panose="02020603050405020304" pitchFamily="18" charset="0"/>
                <a:cs typeface="Times New Roman" panose="02020603050405020304" pitchFamily="18" charset="0"/>
              </a:rPr>
              <a:t>OBJ-2</a:t>
            </a:r>
            <a:r>
              <a:rPr lang="en-US" dirty="0">
                <a:latin typeface="Times New Roman" panose="02020603050405020304" pitchFamily="18" charset="0"/>
                <a:cs typeface="Times New Roman" panose="02020603050405020304" pitchFamily="18" charset="0"/>
              </a:rPr>
              <a:t>: To implement skill-based opportunity matching and application lifecycle tracking to improve internship-to-placement outcomes.</a:t>
            </a:r>
          </a:p>
          <a:p>
            <a:pPr>
              <a:lnSpc>
                <a:spcPct val="150000"/>
              </a:lnSpc>
            </a:pPr>
            <a:br>
              <a:rPr lang="en-US" dirty="0">
                <a:latin typeface="Times New Roman" panose="02020603050405020304" pitchFamily="18" charset="0"/>
                <a:cs typeface="Times New Roman" panose="02020603050405020304" pitchFamily="18" charset="0"/>
              </a:rPr>
            </a:br>
            <a:r>
              <a:rPr lang="en-US" b="1" dirty="0">
                <a:latin typeface="Times New Roman" panose="02020603050405020304" pitchFamily="18" charset="0"/>
                <a:cs typeface="Times New Roman" panose="02020603050405020304" pitchFamily="18" charset="0"/>
              </a:rPr>
              <a:t>OBJ-3</a:t>
            </a:r>
            <a:r>
              <a:rPr lang="en-US" dirty="0">
                <a:latin typeface="Times New Roman" panose="02020603050405020304" pitchFamily="18" charset="0"/>
                <a:cs typeface="Times New Roman" panose="02020603050405020304" pitchFamily="18" charset="0"/>
              </a:rPr>
              <a:t>: To automate mentor approvals, feedback, and certificate generation while ensuring data security through role-based access control.</a:t>
            </a:r>
            <a:endParaRPr lang="en-IN" dirty="0">
              <a:latin typeface="Times New Roman" panose="02020603050405020304" pitchFamily="18" charset="0"/>
              <a:cs typeface="Times New Roman" panose="02020603050405020304" pitchFamily="18" charset="0"/>
            </a:endParaRPr>
          </a:p>
        </p:txBody>
      </p:sp>
      <p:cxnSp>
        <p:nvCxnSpPr>
          <p:cNvPr id="8" name="Straight Connector 7">
            <a:extLst>
              <a:ext uri="{FF2B5EF4-FFF2-40B4-BE49-F238E27FC236}">
                <a16:creationId xmlns:a16="http://schemas.microsoft.com/office/drawing/2014/main" id="{58C61225-131D-8834-6A76-63453837F5BC}"/>
              </a:ext>
            </a:extLst>
          </p:cNvPr>
          <p:cNvCxnSpPr/>
          <p:nvPr/>
        </p:nvCxnSpPr>
        <p:spPr>
          <a:xfrm>
            <a:off x="589935" y="1184366"/>
            <a:ext cx="11080955" cy="0"/>
          </a:xfrm>
          <a:prstGeom prst="line">
            <a:avLst/>
          </a:prstGeom>
          <a:ln w="28575"/>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20615699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19241"/>
          </a:xfrm>
        </p:spPr>
        <p:txBody>
          <a:bodyPr/>
          <a:lstStyle/>
          <a:p>
            <a:r>
              <a:rPr lang="en-IN" sz="3200" b="1" dirty="0">
                <a:solidFill>
                  <a:schemeClr val="accent1">
                    <a:lumMod val="75000"/>
                  </a:schemeClr>
                </a:solidFill>
                <a:latin typeface="Times New Roman" panose="02020603050405020304" pitchFamily="18" charset="0"/>
                <a:cs typeface="Times New Roman" panose="02020603050405020304" pitchFamily="18" charset="0"/>
              </a:rPr>
              <a:t>EXISTING METHODS AND DRAWBACKS</a:t>
            </a: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pPr>
                <a:defRPr/>
              </a:pPr>
              <a:t>6</a:t>
            </a:fld>
            <a:endParaRPr lang="en-US" altLang="en-US"/>
          </a:p>
        </p:txBody>
      </p:sp>
      <p:sp>
        <p:nvSpPr>
          <p:cNvPr id="7" name="TextBox 6">
            <a:extLst>
              <a:ext uri="{FF2B5EF4-FFF2-40B4-BE49-F238E27FC236}">
                <a16:creationId xmlns:a16="http://schemas.microsoft.com/office/drawing/2014/main" id="{02F53C99-4698-77C9-F17E-F47524AB08E2}"/>
              </a:ext>
            </a:extLst>
          </p:cNvPr>
          <p:cNvSpPr txBox="1"/>
          <p:nvPr/>
        </p:nvSpPr>
        <p:spPr>
          <a:xfrm>
            <a:off x="838199" y="1184366"/>
            <a:ext cx="10355317" cy="5028556"/>
          </a:xfrm>
          <a:prstGeom prst="rect">
            <a:avLst/>
          </a:prstGeom>
          <a:noFill/>
        </p:spPr>
        <p:txBody>
          <a:bodyPr wrap="square" rtlCol="0">
            <a:spAutoFit/>
          </a:bodyPr>
          <a:lstStyle/>
          <a:p>
            <a:pPr>
              <a:lnSpc>
                <a:spcPct val="150000"/>
              </a:lnSpc>
            </a:pPr>
            <a:r>
              <a:rPr lang="en-US" dirty="0">
                <a:latin typeface="Times New Roman" panose="02020603050405020304" pitchFamily="18" charset="0"/>
                <a:cs typeface="Times New Roman" panose="02020603050405020304" pitchFamily="18" charset="0"/>
              </a:rPr>
              <a:t>Existing internship and placement processes rely on fragmented tools such as WhatsApp groups, emails, spreadsheets, and manual approvals. Some digital portals focus only on job postings without integrating academic workflows. AI-based job portals emphasize discovery rather than institutional coordination.</a:t>
            </a:r>
            <a:br>
              <a:rPr lang="en-US" dirty="0">
                <a:latin typeface="Times New Roman" panose="02020603050405020304" pitchFamily="18" charset="0"/>
                <a:cs typeface="Times New Roman" panose="02020603050405020304" pitchFamily="18" charset="0"/>
              </a:rPr>
            </a:br>
            <a:r>
              <a:rPr lang="en-US" b="1" dirty="0">
                <a:latin typeface="Times New Roman" panose="02020603050405020304" pitchFamily="18" charset="0"/>
                <a:cs typeface="Times New Roman" panose="02020603050405020304" pitchFamily="18" charset="0"/>
              </a:rPr>
              <a:t>Drawbacks:</a:t>
            </a:r>
            <a:endParaRPr lang="en-US" dirty="0">
              <a:latin typeface="Times New Roman" panose="02020603050405020304" pitchFamily="18" charset="0"/>
              <a:cs typeface="Times New Roman" panose="02020603050405020304" pitchFamily="18" charset="0"/>
            </a:endParaRPr>
          </a:p>
          <a:p>
            <a:pPr>
              <a:lnSpc>
                <a:spcPct val="150000"/>
              </a:lnSpc>
            </a:pPr>
            <a:r>
              <a:rPr lang="en-US" dirty="0">
                <a:latin typeface="Times New Roman" panose="02020603050405020304" pitchFamily="18" charset="0"/>
                <a:cs typeface="Times New Roman" panose="02020603050405020304" pitchFamily="18" charset="0"/>
              </a:rPr>
              <a:t>Lack of centralized data repository</a:t>
            </a:r>
          </a:p>
          <a:p>
            <a:pPr>
              <a:lnSpc>
                <a:spcPct val="150000"/>
              </a:lnSpc>
            </a:pPr>
            <a:r>
              <a:rPr lang="en-US" dirty="0">
                <a:latin typeface="Times New Roman" panose="02020603050405020304" pitchFamily="18" charset="0"/>
                <a:cs typeface="Times New Roman" panose="02020603050405020304" pitchFamily="18" charset="0"/>
              </a:rPr>
              <a:t>Manual mentor approvals causing delays</a:t>
            </a:r>
          </a:p>
          <a:p>
            <a:pPr>
              <a:lnSpc>
                <a:spcPct val="150000"/>
              </a:lnSpc>
            </a:pPr>
            <a:r>
              <a:rPr lang="en-US" dirty="0">
                <a:latin typeface="Times New Roman" panose="02020603050405020304" pitchFamily="18" charset="0"/>
                <a:cs typeface="Times New Roman" panose="02020603050405020304" pitchFamily="18" charset="0"/>
              </a:rPr>
              <a:t>No intelligent skill-based matching</a:t>
            </a:r>
          </a:p>
          <a:p>
            <a:pPr>
              <a:lnSpc>
                <a:spcPct val="150000"/>
              </a:lnSpc>
            </a:pPr>
            <a:r>
              <a:rPr lang="en-US" dirty="0">
                <a:latin typeface="Times New Roman" panose="02020603050405020304" pitchFamily="18" charset="0"/>
                <a:cs typeface="Times New Roman" panose="02020603050405020304" pitchFamily="18" charset="0"/>
              </a:rPr>
              <a:t>Poor tracking of student placement status</a:t>
            </a:r>
          </a:p>
          <a:p>
            <a:pPr>
              <a:lnSpc>
                <a:spcPct val="150000"/>
              </a:lnSpc>
            </a:pPr>
            <a:r>
              <a:rPr lang="en-US" dirty="0">
                <a:latin typeface="Times New Roman" panose="02020603050405020304" pitchFamily="18" charset="0"/>
                <a:cs typeface="Times New Roman" panose="02020603050405020304" pitchFamily="18" charset="0"/>
              </a:rPr>
              <a:t>Absence of real-time analytics</a:t>
            </a:r>
          </a:p>
          <a:p>
            <a:pPr>
              <a:lnSpc>
                <a:spcPct val="150000"/>
              </a:lnSpc>
            </a:pPr>
            <a:r>
              <a:rPr lang="en-US" dirty="0">
                <a:latin typeface="Times New Roman" panose="02020603050405020304" pitchFamily="18" charset="0"/>
                <a:cs typeface="Times New Roman" panose="02020603050405020304" pitchFamily="18" charset="0"/>
              </a:rPr>
              <a:t>No linkage between internship outcomes and placement decisions</a:t>
            </a:r>
          </a:p>
          <a:p>
            <a:pPr>
              <a:lnSpc>
                <a:spcPct val="150000"/>
              </a:lnSpc>
            </a:pPr>
            <a:r>
              <a:rPr lang="en-US" dirty="0">
                <a:latin typeface="Times New Roman" panose="02020603050405020304" pitchFamily="18" charset="0"/>
                <a:cs typeface="Times New Roman" panose="02020603050405020304" pitchFamily="18" charset="0"/>
              </a:rPr>
              <a:t>These limitations highlight the need for an integrated campus-centric platform.</a:t>
            </a:r>
          </a:p>
          <a:p>
            <a:pPr>
              <a:lnSpc>
                <a:spcPct val="150000"/>
              </a:lnSpc>
            </a:pPr>
            <a:endParaRPr lang="en-IN" dirty="0">
              <a:latin typeface="Times New Roman" panose="02020603050405020304" pitchFamily="18" charset="0"/>
              <a:cs typeface="Times New Roman" panose="02020603050405020304" pitchFamily="18" charset="0"/>
            </a:endParaRPr>
          </a:p>
        </p:txBody>
      </p:sp>
      <p:cxnSp>
        <p:nvCxnSpPr>
          <p:cNvPr id="8" name="Straight Connector 7">
            <a:extLst>
              <a:ext uri="{FF2B5EF4-FFF2-40B4-BE49-F238E27FC236}">
                <a16:creationId xmlns:a16="http://schemas.microsoft.com/office/drawing/2014/main" id="{B3A70133-340A-743A-7859-B1F0916EC30C}"/>
              </a:ext>
            </a:extLst>
          </p:cNvPr>
          <p:cNvCxnSpPr/>
          <p:nvPr/>
        </p:nvCxnSpPr>
        <p:spPr>
          <a:xfrm>
            <a:off x="589935" y="1184366"/>
            <a:ext cx="11080955" cy="0"/>
          </a:xfrm>
          <a:prstGeom prst="line">
            <a:avLst/>
          </a:prstGeom>
          <a:ln w="28575"/>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51633474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19241"/>
          </a:xfrm>
        </p:spPr>
        <p:txBody>
          <a:bodyPr/>
          <a:lstStyle/>
          <a:p>
            <a:pPr marL="152400" algn="just">
              <a:lnSpc>
                <a:spcPct val="100000"/>
              </a:lnSpc>
              <a:spcBef>
                <a:spcPts val="0"/>
              </a:spcBef>
            </a:pPr>
            <a:r>
              <a:rPr lang="en-IN" sz="3200" b="1" dirty="0">
                <a:solidFill>
                  <a:schemeClr val="accent1">
                    <a:lumMod val="75000"/>
                  </a:schemeClr>
                </a:solidFill>
                <a:latin typeface="Times New Roman" panose="02020603050405020304" pitchFamily="18" charset="0"/>
                <a:cs typeface="Times New Roman" panose="02020603050405020304" pitchFamily="18" charset="0"/>
              </a:rPr>
              <a:t>PROPOSED METHOD &amp; FEASIBILITY STUDY</a:t>
            </a: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pPr>
                <a:defRPr/>
              </a:pPr>
              <a:t>7</a:t>
            </a:fld>
            <a:endParaRPr lang="en-US" altLang="en-US"/>
          </a:p>
        </p:txBody>
      </p:sp>
      <p:sp>
        <p:nvSpPr>
          <p:cNvPr id="6" name="TextBox 5">
            <a:extLst>
              <a:ext uri="{FF2B5EF4-FFF2-40B4-BE49-F238E27FC236}">
                <a16:creationId xmlns:a16="http://schemas.microsoft.com/office/drawing/2014/main" id="{1B7C21AE-2879-DBBA-18DB-36FC3776351F}"/>
              </a:ext>
            </a:extLst>
          </p:cNvPr>
          <p:cNvSpPr txBox="1"/>
          <p:nvPr/>
        </p:nvSpPr>
        <p:spPr>
          <a:xfrm>
            <a:off x="725214" y="1324303"/>
            <a:ext cx="10846676" cy="4524315"/>
          </a:xfrm>
          <a:prstGeom prst="rect">
            <a:avLst/>
          </a:prstGeom>
          <a:noFill/>
        </p:spPr>
        <p:txBody>
          <a:bodyPr wrap="square" rtlCol="0">
            <a:spAutoFit/>
          </a:bodyPr>
          <a:lstStyle/>
          <a:p>
            <a:r>
              <a:rPr lang="en-US" b="1" u="sng" dirty="0">
                <a:latin typeface="Times New Roman" panose="02020603050405020304" pitchFamily="18" charset="0"/>
                <a:cs typeface="Times New Roman" panose="02020603050405020304" pitchFamily="18" charset="0"/>
              </a:rPr>
              <a:t>Proposed Method</a:t>
            </a:r>
          </a:p>
          <a:p>
            <a:endParaRPr lang="en-US" b="1"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Integrates </a:t>
            </a:r>
            <a:r>
              <a:rPr lang="en-US" b="1" dirty="0">
                <a:latin typeface="Times New Roman" panose="02020603050405020304" pitchFamily="18" charset="0"/>
                <a:cs typeface="Times New Roman" panose="02020603050405020304" pitchFamily="18" charset="0"/>
              </a:rPr>
              <a:t>internship and placement management</a:t>
            </a:r>
            <a:r>
              <a:rPr lang="en-US" dirty="0">
                <a:latin typeface="Times New Roman" panose="02020603050405020304" pitchFamily="18" charset="0"/>
                <a:cs typeface="Times New Roman" panose="02020603050405020304" pitchFamily="18" charset="0"/>
              </a:rPr>
              <a:t> into one platform</a:t>
            </a:r>
          </a:p>
          <a:p>
            <a:r>
              <a:rPr lang="en-US" dirty="0">
                <a:latin typeface="Times New Roman" panose="02020603050405020304" pitchFamily="18" charset="0"/>
                <a:cs typeface="Times New Roman" panose="02020603050405020304" pitchFamily="18" charset="0"/>
              </a:rPr>
              <a:t>Maintains a </a:t>
            </a:r>
            <a:r>
              <a:rPr lang="en-US" b="1" dirty="0">
                <a:latin typeface="Times New Roman" panose="02020603050405020304" pitchFamily="18" charset="0"/>
                <a:cs typeface="Times New Roman" panose="02020603050405020304" pitchFamily="18" charset="0"/>
              </a:rPr>
              <a:t>single verified student profile</a:t>
            </a:r>
            <a:r>
              <a:rPr lang="en-US" dirty="0">
                <a:latin typeface="Times New Roman" panose="02020603050405020304" pitchFamily="18" charset="0"/>
                <a:cs typeface="Times New Roman" panose="02020603050405020304" pitchFamily="18" charset="0"/>
              </a:rPr>
              <a:t> (academics, skills, resume)</a:t>
            </a:r>
          </a:p>
          <a:p>
            <a:r>
              <a:rPr lang="en-US" dirty="0">
                <a:latin typeface="Times New Roman" panose="02020603050405020304" pitchFamily="18" charset="0"/>
                <a:cs typeface="Times New Roman" panose="02020603050405020304" pitchFamily="18" charset="0"/>
              </a:rPr>
              <a:t>Placement cell posts opportunities with </a:t>
            </a:r>
            <a:r>
              <a:rPr lang="en-US" b="1" dirty="0">
                <a:latin typeface="Times New Roman" panose="02020603050405020304" pitchFamily="18" charset="0"/>
                <a:cs typeface="Times New Roman" panose="02020603050405020304" pitchFamily="18" charset="0"/>
              </a:rPr>
              <a:t>skill tags and conversion potential</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AI engine performs </a:t>
            </a:r>
            <a:r>
              <a:rPr lang="en-US" b="1" dirty="0">
                <a:latin typeface="Times New Roman" panose="02020603050405020304" pitchFamily="18" charset="0"/>
                <a:cs typeface="Times New Roman" panose="02020603050405020304" pitchFamily="18" charset="0"/>
              </a:rPr>
              <a:t>skill-based opportunity matching</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Automated </a:t>
            </a:r>
            <a:r>
              <a:rPr lang="en-US" b="1" dirty="0">
                <a:latin typeface="Times New Roman" panose="02020603050405020304" pitchFamily="18" charset="0"/>
                <a:cs typeface="Times New Roman" panose="02020603050405020304" pitchFamily="18" charset="0"/>
              </a:rPr>
              <a:t>mentor approval workflow</a:t>
            </a:r>
            <a:r>
              <a:rPr lang="en-US" dirty="0">
                <a:latin typeface="Times New Roman" panose="02020603050405020304" pitchFamily="18" charset="0"/>
                <a:cs typeface="Times New Roman" panose="02020603050405020304" pitchFamily="18" charset="0"/>
              </a:rPr>
              <a:t> reduces delays</a:t>
            </a:r>
          </a:p>
          <a:p>
            <a:r>
              <a:rPr lang="en-US" dirty="0">
                <a:latin typeface="Times New Roman" panose="02020603050405020304" pitchFamily="18" charset="0"/>
                <a:cs typeface="Times New Roman" panose="02020603050405020304" pitchFamily="18" charset="0"/>
              </a:rPr>
              <a:t>Interview schedules align with </a:t>
            </a:r>
            <a:r>
              <a:rPr lang="en-US" b="1" dirty="0">
                <a:latin typeface="Times New Roman" panose="02020603050405020304" pitchFamily="18" charset="0"/>
                <a:cs typeface="Times New Roman" panose="02020603050405020304" pitchFamily="18" charset="0"/>
              </a:rPr>
              <a:t>academic timetables</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Feedback → </a:t>
            </a:r>
            <a:r>
              <a:rPr lang="en-US" b="1" dirty="0">
                <a:latin typeface="Times New Roman" panose="02020603050405020304" pitchFamily="18" charset="0"/>
                <a:cs typeface="Times New Roman" panose="02020603050405020304" pitchFamily="18" charset="0"/>
              </a:rPr>
              <a:t>digital certificate generation &amp; employability record update</a:t>
            </a:r>
          </a:p>
          <a:p>
            <a:endParaRPr lang="en-US" dirty="0">
              <a:latin typeface="Times New Roman" panose="02020603050405020304" pitchFamily="18" charset="0"/>
              <a:cs typeface="Times New Roman" panose="02020603050405020304" pitchFamily="18" charset="0"/>
            </a:endParaRPr>
          </a:p>
          <a:p>
            <a:r>
              <a:rPr lang="en-US" b="1" u="sng" dirty="0">
                <a:latin typeface="Times New Roman" panose="02020603050405020304" pitchFamily="18" charset="0"/>
                <a:cs typeface="Times New Roman" panose="02020603050405020304" pitchFamily="18" charset="0"/>
              </a:rPr>
              <a:t>Feasibility Study</a:t>
            </a:r>
          </a:p>
          <a:p>
            <a:endParaRPr lang="en-US" b="1"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Uses </a:t>
            </a:r>
            <a:r>
              <a:rPr lang="en-US" b="1" dirty="0">
                <a:latin typeface="Times New Roman" panose="02020603050405020304" pitchFamily="18" charset="0"/>
                <a:cs typeface="Times New Roman" panose="02020603050405020304" pitchFamily="18" charset="0"/>
              </a:rPr>
              <a:t>open-source technologies</a:t>
            </a:r>
            <a:r>
              <a:rPr lang="en-US" dirty="0">
                <a:latin typeface="Times New Roman" panose="02020603050405020304" pitchFamily="18" charset="0"/>
                <a:cs typeface="Times New Roman" panose="02020603050405020304" pitchFamily="18" charset="0"/>
              </a:rPr>
              <a:t>, minimizing cost</a:t>
            </a:r>
          </a:p>
          <a:p>
            <a:r>
              <a:rPr lang="en-US" dirty="0">
                <a:latin typeface="Times New Roman" panose="02020603050405020304" pitchFamily="18" charset="0"/>
                <a:cs typeface="Times New Roman" panose="02020603050405020304" pitchFamily="18" charset="0"/>
              </a:rPr>
              <a:t>Cloud-based deployment ensures </a:t>
            </a:r>
            <a:r>
              <a:rPr lang="en-US" b="1" dirty="0">
                <a:latin typeface="Times New Roman" panose="02020603050405020304" pitchFamily="18" charset="0"/>
                <a:cs typeface="Times New Roman" panose="02020603050405020304" pitchFamily="18" charset="0"/>
              </a:rPr>
              <a:t>scalability and availability</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Modular design supports </a:t>
            </a:r>
            <a:r>
              <a:rPr lang="en-US" b="1" dirty="0">
                <a:latin typeface="Times New Roman" panose="02020603050405020304" pitchFamily="18" charset="0"/>
                <a:cs typeface="Times New Roman" panose="02020603050405020304" pitchFamily="18" charset="0"/>
              </a:rPr>
              <a:t>incremental development and future upgrades</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Aligns with </a:t>
            </a:r>
            <a:r>
              <a:rPr lang="en-US" b="1" dirty="0">
                <a:latin typeface="Times New Roman" panose="02020603050405020304" pitchFamily="18" charset="0"/>
                <a:cs typeface="Times New Roman" panose="02020603050405020304" pitchFamily="18" charset="0"/>
              </a:rPr>
              <a:t>existing institutional infrastructure</a:t>
            </a:r>
            <a:r>
              <a:rPr lang="en-US" dirty="0">
                <a:latin typeface="Times New Roman" panose="02020603050405020304" pitchFamily="18" charset="0"/>
                <a:cs typeface="Times New Roman" panose="02020603050405020304" pitchFamily="18" charset="0"/>
              </a:rPr>
              <a:t>, making it practical</a:t>
            </a:r>
          </a:p>
        </p:txBody>
      </p:sp>
      <p:cxnSp>
        <p:nvCxnSpPr>
          <p:cNvPr id="7" name="Straight Connector 6">
            <a:extLst>
              <a:ext uri="{FF2B5EF4-FFF2-40B4-BE49-F238E27FC236}">
                <a16:creationId xmlns:a16="http://schemas.microsoft.com/office/drawing/2014/main" id="{C5345FC7-77AE-A4A4-7104-A3E9C4B9A635}"/>
              </a:ext>
            </a:extLst>
          </p:cNvPr>
          <p:cNvCxnSpPr/>
          <p:nvPr/>
        </p:nvCxnSpPr>
        <p:spPr>
          <a:xfrm>
            <a:off x="589935" y="1184366"/>
            <a:ext cx="11080955" cy="0"/>
          </a:xfrm>
          <a:prstGeom prst="line">
            <a:avLst/>
          </a:prstGeom>
          <a:ln w="28575"/>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97292774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19241"/>
          </a:xfrm>
        </p:spPr>
        <p:txBody>
          <a:bodyPr/>
          <a:lstStyle/>
          <a:p>
            <a:pPr marL="152400" algn="just">
              <a:lnSpc>
                <a:spcPct val="100000"/>
              </a:lnSpc>
              <a:spcBef>
                <a:spcPts val="0"/>
              </a:spcBef>
            </a:pPr>
            <a:r>
              <a:rPr lang="en-IN" sz="3200" b="1" dirty="0">
                <a:solidFill>
                  <a:schemeClr val="accent1">
                    <a:lumMod val="75000"/>
                  </a:schemeClr>
                </a:solidFill>
                <a:latin typeface="Times New Roman" panose="02020603050405020304" pitchFamily="18" charset="0"/>
                <a:cs typeface="Times New Roman" panose="02020603050405020304" pitchFamily="18" charset="0"/>
              </a:rPr>
              <a:t>ARCHITECTURE DIAGRAM</a:t>
            </a: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pPr>
                <a:defRPr/>
              </a:pPr>
              <a:t>8</a:t>
            </a:fld>
            <a:endParaRPr lang="en-US" altLang="en-US"/>
          </a:p>
        </p:txBody>
      </p:sp>
      <p:cxnSp>
        <p:nvCxnSpPr>
          <p:cNvPr id="5" name="Straight Connector 4">
            <a:extLst>
              <a:ext uri="{FF2B5EF4-FFF2-40B4-BE49-F238E27FC236}">
                <a16:creationId xmlns:a16="http://schemas.microsoft.com/office/drawing/2014/main" id="{555715EE-A303-BB79-3714-D93F28C39A82}"/>
              </a:ext>
            </a:extLst>
          </p:cNvPr>
          <p:cNvCxnSpPr/>
          <p:nvPr/>
        </p:nvCxnSpPr>
        <p:spPr>
          <a:xfrm>
            <a:off x="589935" y="1184366"/>
            <a:ext cx="11080955" cy="0"/>
          </a:xfrm>
          <a:prstGeom prst="line">
            <a:avLst/>
          </a:prstGeom>
          <a:ln w="28575"/>
        </p:spPr>
        <p:style>
          <a:lnRef idx="3">
            <a:schemeClr val="accent1"/>
          </a:lnRef>
          <a:fillRef idx="0">
            <a:schemeClr val="accent1"/>
          </a:fillRef>
          <a:effectRef idx="2">
            <a:schemeClr val="accent1"/>
          </a:effectRef>
          <a:fontRef idx="minor">
            <a:schemeClr val="tx1"/>
          </a:fontRef>
        </p:style>
      </p:cxnSp>
      <p:pic>
        <p:nvPicPr>
          <p:cNvPr id="7" name="Picture 6" descr="A diagram of a software application&#10;&#10;AI-generated content may be incorrect.">
            <a:extLst>
              <a:ext uri="{FF2B5EF4-FFF2-40B4-BE49-F238E27FC236}">
                <a16:creationId xmlns:a16="http://schemas.microsoft.com/office/drawing/2014/main" id="{BF039F99-2E45-5F18-4A80-65551ADDE6DD}"/>
              </a:ext>
            </a:extLst>
          </p:cNvPr>
          <p:cNvPicPr>
            <a:picLocks noChangeAspect="1"/>
          </p:cNvPicPr>
          <p:nvPr/>
        </p:nvPicPr>
        <p:blipFill>
          <a:blip r:embed="rId2"/>
          <a:stretch>
            <a:fillRect/>
          </a:stretch>
        </p:blipFill>
        <p:spPr>
          <a:xfrm>
            <a:off x="3578942" y="1184366"/>
            <a:ext cx="6109002" cy="4578577"/>
          </a:xfrm>
          <a:prstGeom prst="rect">
            <a:avLst/>
          </a:prstGeom>
        </p:spPr>
      </p:pic>
      <p:cxnSp>
        <p:nvCxnSpPr>
          <p:cNvPr id="9" name="Straight Connector 8">
            <a:extLst>
              <a:ext uri="{FF2B5EF4-FFF2-40B4-BE49-F238E27FC236}">
                <a16:creationId xmlns:a16="http://schemas.microsoft.com/office/drawing/2014/main" id="{7A2542BB-F1C3-99C2-BBD7-F07288C36BAC}"/>
              </a:ext>
            </a:extLst>
          </p:cNvPr>
          <p:cNvCxnSpPr/>
          <p:nvPr/>
        </p:nvCxnSpPr>
        <p:spPr>
          <a:xfrm>
            <a:off x="4434348" y="1288026"/>
            <a:ext cx="0" cy="4474917"/>
          </a:xfrm>
          <a:prstGeom prst="line">
            <a:avLst/>
          </a:prstGeom>
          <a:ln w="9525" cap="flat" cmpd="sng" algn="ctr">
            <a:solidFill>
              <a:schemeClr val="accent3"/>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Tree>
    <p:extLst>
      <p:ext uri="{BB962C8B-B14F-4D97-AF65-F5344CB8AC3E}">
        <p14:creationId xmlns:p14="http://schemas.microsoft.com/office/powerpoint/2010/main" val="355247703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19241"/>
          </a:xfrm>
        </p:spPr>
        <p:txBody>
          <a:bodyPr/>
          <a:lstStyle/>
          <a:p>
            <a:pPr marL="152400" algn="just">
              <a:lnSpc>
                <a:spcPct val="100000"/>
              </a:lnSpc>
              <a:spcBef>
                <a:spcPts val="0"/>
              </a:spcBef>
            </a:pPr>
            <a:r>
              <a:rPr lang="en-IN" sz="3200" b="1" dirty="0">
                <a:solidFill>
                  <a:schemeClr val="accent1">
                    <a:lumMod val="75000"/>
                  </a:schemeClr>
                </a:solidFill>
                <a:latin typeface="Times New Roman" panose="02020603050405020304" pitchFamily="18" charset="0"/>
                <a:cs typeface="Times New Roman" panose="02020603050405020304" pitchFamily="18" charset="0"/>
              </a:rPr>
              <a:t>MODULES</a:t>
            </a: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pPr>
                <a:defRPr/>
              </a:pPr>
              <a:t>9</a:t>
            </a:fld>
            <a:endParaRPr lang="en-US" altLang="en-US"/>
          </a:p>
        </p:txBody>
      </p:sp>
      <p:sp>
        <p:nvSpPr>
          <p:cNvPr id="5" name="TextBox 4">
            <a:extLst>
              <a:ext uri="{FF2B5EF4-FFF2-40B4-BE49-F238E27FC236}">
                <a16:creationId xmlns:a16="http://schemas.microsoft.com/office/drawing/2014/main" id="{959997AE-794C-0B31-66E3-2C513DD90DA9}"/>
              </a:ext>
            </a:extLst>
          </p:cNvPr>
          <p:cNvSpPr txBox="1"/>
          <p:nvPr/>
        </p:nvSpPr>
        <p:spPr>
          <a:xfrm>
            <a:off x="1103586" y="1513490"/>
            <a:ext cx="9995338" cy="4613058"/>
          </a:xfrm>
          <a:prstGeom prst="rect">
            <a:avLst/>
          </a:prstGeom>
          <a:noFill/>
        </p:spPr>
        <p:txBody>
          <a:bodyPr wrap="square" rtlCol="0">
            <a:spAutoFit/>
          </a:bodyPr>
          <a:lstStyle/>
          <a:p>
            <a:pPr>
              <a:lnSpc>
                <a:spcPct val="150000"/>
              </a:lnSpc>
            </a:pPr>
            <a:r>
              <a:rPr lang="en-IN" b="1" dirty="0">
                <a:latin typeface="Times New Roman" panose="02020603050405020304" pitchFamily="18" charset="0"/>
                <a:cs typeface="Times New Roman" panose="02020603050405020304" pitchFamily="18" charset="0"/>
              </a:rPr>
              <a:t>System Modules</a:t>
            </a:r>
            <a:endParaRPr lang="en-IN" dirty="0">
              <a:latin typeface="Times New Roman" panose="02020603050405020304" pitchFamily="18" charset="0"/>
              <a:cs typeface="Times New Roman" panose="02020603050405020304" pitchFamily="18" charset="0"/>
            </a:endParaRPr>
          </a:p>
          <a:p>
            <a:pPr marL="342900" indent="-342900">
              <a:lnSpc>
                <a:spcPct val="150000"/>
              </a:lnSpc>
              <a:buFont typeface="+mj-lt"/>
              <a:buAutoNum type="arabicPeriod"/>
            </a:pPr>
            <a:r>
              <a:rPr lang="en-IN" dirty="0">
                <a:latin typeface="Times New Roman" panose="02020603050405020304" pitchFamily="18" charset="0"/>
                <a:cs typeface="Times New Roman" panose="02020603050405020304" pitchFamily="18" charset="0"/>
              </a:rPr>
              <a:t>Student Module</a:t>
            </a:r>
          </a:p>
          <a:p>
            <a:pPr marL="342900" indent="-342900">
              <a:lnSpc>
                <a:spcPct val="150000"/>
              </a:lnSpc>
              <a:buFont typeface="+mj-lt"/>
              <a:buAutoNum type="arabicPeriod"/>
            </a:pPr>
            <a:r>
              <a:rPr lang="en-IN" dirty="0">
                <a:latin typeface="Times New Roman" panose="02020603050405020304" pitchFamily="18" charset="0"/>
                <a:cs typeface="Times New Roman" panose="02020603050405020304" pitchFamily="18" charset="0"/>
              </a:rPr>
              <a:t>Placement Cell Module</a:t>
            </a:r>
          </a:p>
          <a:p>
            <a:pPr marL="342900" indent="-342900">
              <a:lnSpc>
                <a:spcPct val="150000"/>
              </a:lnSpc>
              <a:buFont typeface="+mj-lt"/>
              <a:buAutoNum type="arabicPeriod"/>
            </a:pPr>
            <a:r>
              <a:rPr lang="en-IN" dirty="0">
                <a:latin typeface="Times New Roman" panose="02020603050405020304" pitchFamily="18" charset="0"/>
                <a:cs typeface="Times New Roman" panose="02020603050405020304" pitchFamily="18" charset="0"/>
              </a:rPr>
              <a:t>Faculty Mentor Module</a:t>
            </a:r>
          </a:p>
          <a:p>
            <a:pPr marL="342900" indent="-342900">
              <a:lnSpc>
                <a:spcPct val="150000"/>
              </a:lnSpc>
              <a:buFont typeface="+mj-lt"/>
              <a:buAutoNum type="arabicPeriod"/>
            </a:pPr>
            <a:r>
              <a:rPr lang="en-IN" dirty="0">
                <a:latin typeface="Times New Roman" panose="02020603050405020304" pitchFamily="18" charset="0"/>
                <a:cs typeface="Times New Roman" panose="02020603050405020304" pitchFamily="18" charset="0"/>
              </a:rPr>
              <a:t>Industry/Recruiter Module</a:t>
            </a:r>
          </a:p>
          <a:p>
            <a:pPr marL="342900" indent="-342900">
              <a:lnSpc>
                <a:spcPct val="150000"/>
              </a:lnSpc>
              <a:buFont typeface="+mj-lt"/>
              <a:buAutoNum type="arabicPeriod"/>
            </a:pPr>
            <a:r>
              <a:rPr lang="en-IN" dirty="0">
                <a:latin typeface="Times New Roman" panose="02020603050405020304" pitchFamily="18" charset="0"/>
                <a:cs typeface="Times New Roman" panose="02020603050405020304" pitchFamily="18" charset="0"/>
              </a:rPr>
              <a:t>Internship &amp; Job Posting Module</a:t>
            </a:r>
          </a:p>
          <a:p>
            <a:pPr marL="342900" indent="-342900">
              <a:lnSpc>
                <a:spcPct val="150000"/>
              </a:lnSpc>
              <a:buFont typeface="+mj-lt"/>
              <a:buAutoNum type="arabicPeriod"/>
            </a:pPr>
            <a:r>
              <a:rPr lang="en-IN" dirty="0">
                <a:latin typeface="Times New Roman" panose="02020603050405020304" pitchFamily="18" charset="0"/>
                <a:cs typeface="Times New Roman" panose="02020603050405020304" pitchFamily="18" charset="0"/>
              </a:rPr>
              <a:t>Skill-Based Matching Module</a:t>
            </a:r>
          </a:p>
          <a:p>
            <a:pPr marL="342900" indent="-342900">
              <a:lnSpc>
                <a:spcPct val="150000"/>
              </a:lnSpc>
              <a:buFont typeface="+mj-lt"/>
              <a:buAutoNum type="arabicPeriod"/>
            </a:pPr>
            <a:r>
              <a:rPr lang="en-IN" dirty="0">
                <a:latin typeface="Times New Roman" panose="02020603050405020304" pitchFamily="18" charset="0"/>
                <a:cs typeface="Times New Roman" panose="02020603050405020304" pitchFamily="18" charset="0"/>
              </a:rPr>
              <a:t>Application Lifecycle Tracking Module</a:t>
            </a:r>
          </a:p>
          <a:p>
            <a:pPr marL="342900" indent="-342900">
              <a:lnSpc>
                <a:spcPct val="150000"/>
              </a:lnSpc>
              <a:buFont typeface="+mj-lt"/>
              <a:buAutoNum type="arabicPeriod"/>
            </a:pPr>
            <a:r>
              <a:rPr lang="en-IN" dirty="0">
                <a:latin typeface="Times New Roman" panose="02020603050405020304" pitchFamily="18" charset="0"/>
                <a:cs typeface="Times New Roman" panose="02020603050405020304" pitchFamily="18" charset="0"/>
              </a:rPr>
              <a:t>Feedback &amp; Certificate Generation Module</a:t>
            </a:r>
          </a:p>
          <a:p>
            <a:pPr marL="342900" indent="-342900">
              <a:lnSpc>
                <a:spcPct val="150000"/>
              </a:lnSpc>
              <a:buFont typeface="+mj-lt"/>
              <a:buAutoNum type="arabicPeriod"/>
            </a:pPr>
            <a:r>
              <a:rPr lang="en-IN" dirty="0">
                <a:latin typeface="Times New Roman" panose="02020603050405020304" pitchFamily="18" charset="0"/>
                <a:cs typeface="Times New Roman" panose="02020603050405020304" pitchFamily="18" charset="0"/>
              </a:rPr>
              <a:t>Analytics &amp; Reporting Module</a:t>
            </a:r>
          </a:p>
          <a:p>
            <a:pPr>
              <a:lnSpc>
                <a:spcPct val="150000"/>
              </a:lnSpc>
            </a:pPr>
            <a:endParaRPr lang="en-IN" dirty="0">
              <a:latin typeface="Times New Roman" panose="02020603050405020304" pitchFamily="18" charset="0"/>
              <a:cs typeface="Times New Roman" panose="02020603050405020304" pitchFamily="18" charset="0"/>
            </a:endParaRPr>
          </a:p>
        </p:txBody>
      </p:sp>
      <p:cxnSp>
        <p:nvCxnSpPr>
          <p:cNvPr id="6" name="Straight Connector 5">
            <a:extLst>
              <a:ext uri="{FF2B5EF4-FFF2-40B4-BE49-F238E27FC236}">
                <a16:creationId xmlns:a16="http://schemas.microsoft.com/office/drawing/2014/main" id="{BFE9909F-8F46-599E-92CF-E696BD0C9925}"/>
              </a:ext>
            </a:extLst>
          </p:cNvPr>
          <p:cNvCxnSpPr/>
          <p:nvPr/>
        </p:nvCxnSpPr>
        <p:spPr>
          <a:xfrm>
            <a:off x="589935" y="1184366"/>
            <a:ext cx="11080955" cy="0"/>
          </a:xfrm>
          <a:prstGeom prst="line">
            <a:avLst/>
          </a:prstGeom>
          <a:ln w="28575"/>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45059806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19241"/>
          </a:xfrm>
        </p:spPr>
        <p:txBody>
          <a:bodyPr/>
          <a:lstStyle/>
          <a:p>
            <a:pPr marL="152400" algn="just">
              <a:lnSpc>
                <a:spcPct val="100000"/>
              </a:lnSpc>
              <a:spcBef>
                <a:spcPts val="0"/>
              </a:spcBef>
            </a:pPr>
            <a:r>
              <a:rPr lang="en-IN" sz="3200" b="1" dirty="0">
                <a:solidFill>
                  <a:schemeClr val="accent1">
                    <a:lumMod val="75000"/>
                  </a:schemeClr>
                </a:solidFill>
                <a:latin typeface="Times New Roman" panose="02020603050405020304" pitchFamily="18" charset="0"/>
                <a:cs typeface="Times New Roman" panose="02020603050405020304" pitchFamily="18" charset="0"/>
              </a:rPr>
              <a:t>HARDWARE AND SOFTWARE DETAILS</a:t>
            </a: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latin typeface="Times New Roman" panose="02020603050405020304" pitchFamily="18" charset="0"/>
                <a:cs typeface="Times New Roman" panose="02020603050405020304" pitchFamily="18" charset="0"/>
              </a:rPr>
              <a:pPr>
                <a:defRPr/>
              </a:pPr>
              <a:t>10</a:t>
            </a:fld>
            <a:endParaRPr lang="en-US" altLang="en-US">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7843F768-26F2-E5E9-97A7-AD09E3305BBE}"/>
              </a:ext>
            </a:extLst>
          </p:cNvPr>
          <p:cNvSpPr txBox="1"/>
          <p:nvPr/>
        </p:nvSpPr>
        <p:spPr>
          <a:xfrm>
            <a:off x="1024759" y="1324303"/>
            <a:ext cx="10329041" cy="4108817"/>
          </a:xfrm>
          <a:prstGeom prst="rect">
            <a:avLst/>
          </a:prstGeom>
          <a:noFill/>
        </p:spPr>
        <p:txBody>
          <a:bodyPr wrap="square" rtlCol="0">
            <a:spAutoFit/>
          </a:bodyPr>
          <a:lstStyle/>
          <a:p>
            <a:pPr>
              <a:lnSpc>
                <a:spcPct val="150000"/>
              </a:lnSpc>
            </a:pPr>
            <a:r>
              <a:rPr lang="en-IN" b="1" dirty="0">
                <a:latin typeface="Times New Roman" panose="02020603050405020304" pitchFamily="18" charset="0"/>
                <a:cs typeface="Times New Roman" panose="02020603050405020304" pitchFamily="18" charset="0"/>
              </a:rPr>
              <a:t>Hardware Requirements</a:t>
            </a:r>
            <a:endParaRPr lang="en-IN" dirty="0">
              <a:latin typeface="Times New Roman" panose="02020603050405020304" pitchFamily="18" charset="0"/>
              <a:cs typeface="Times New Roman" panose="02020603050405020304" pitchFamily="18" charset="0"/>
            </a:endParaRPr>
          </a:p>
          <a:p>
            <a:pPr marL="285750" indent="-28575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Standard PC/Laptop</a:t>
            </a:r>
          </a:p>
          <a:p>
            <a:pPr marL="285750" indent="-28575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Cloud server infrastructure</a:t>
            </a:r>
          </a:p>
          <a:p>
            <a:pPr>
              <a:lnSpc>
                <a:spcPct val="150000"/>
              </a:lnSpc>
            </a:pPr>
            <a:r>
              <a:rPr lang="en-IN" b="1" dirty="0">
                <a:latin typeface="Times New Roman" panose="02020603050405020304" pitchFamily="18" charset="0"/>
                <a:cs typeface="Times New Roman" panose="02020603050405020304" pitchFamily="18" charset="0"/>
              </a:rPr>
              <a:t>Software Requirements</a:t>
            </a:r>
            <a:endParaRPr lang="en-IN" dirty="0">
              <a:latin typeface="Times New Roman" panose="02020603050405020304" pitchFamily="18" charset="0"/>
              <a:cs typeface="Times New Roman" panose="02020603050405020304" pitchFamily="18" charset="0"/>
            </a:endParaRPr>
          </a:p>
          <a:p>
            <a:pPr marL="285750" indent="-28575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Frontend: React.js</a:t>
            </a:r>
          </a:p>
          <a:p>
            <a:pPr marL="285750" indent="-28575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Backend: Node.js</a:t>
            </a:r>
          </a:p>
          <a:p>
            <a:pPr marL="285750" indent="-28575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Database: MongoDB / PostgreSQL / Firebase</a:t>
            </a:r>
          </a:p>
          <a:p>
            <a:pPr marL="285750" indent="-28575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Authentication: RBAC</a:t>
            </a:r>
          </a:p>
          <a:p>
            <a:pPr marL="285750" indent="-28575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Deployment: AWS / GCP / </a:t>
            </a:r>
            <a:r>
              <a:rPr lang="en-IN" dirty="0" err="1">
                <a:latin typeface="Times New Roman" panose="02020603050405020304" pitchFamily="18" charset="0"/>
                <a:cs typeface="Times New Roman" panose="02020603050405020304" pitchFamily="18" charset="0"/>
              </a:rPr>
              <a:t>Vercel</a:t>
            </a:r>
            <a:r>
              <a:rPr lang="en-IN" dirty="0">
                <a:latin typeface="Times New Roman" panose="02020603050405020304" pitchFamily="18" charset="0"/>
                <a:cs typeface="Times New Roman" panose="02020603050405020304" pitchFamily="18" charset="0"/>
              </a:rPr>
              <a:t> / Render</a:t>
            </a:r>
          </a:p>
          <a:p>
            <a:endParaRPr lang="en-IN" dirty="0">
              <a:latin typeface="Times New Roman" panose="02020603050405020304" pitchFamily="18" charset="0"/>
              <a:cs typeface="Times New Roman" panose="02020603050405020304" pitchFamily="18" charset="0"/>
            </a:endParaRPr>
          </a:p>
        </p:txBody>
      </p:sp>
      <p:cxnSp>
        <p:nvCxnSpPr>
          <p:cNvPr id="7" name="Straight Connector 6">
            <a:extLst>
              <a:ext uri="{FF2B5EF4-FFF2-40B4-BE49-F238E27FC236}">
                <a16:creationId xmlns:a16="http://schemas.microsoft.com/office/drawing/2014/main" id="{AD0B113E-55BF-AE36-B2FA-FDA561FABBAD}"/>
              </a:ext>
            </a:extLst>
          </p:cNvPr>
          <p:cNvCxnSpPr/>
          <p:nvPr/>
        </p:nvCxnSpPr>
        <p:spPr>
          <a:xfrm>
            <a:off x="589935" y="1184366"/>
            <a:ext cx="11080955" cy="0"/>
          </a:xfrm>
          <a:prstGeom prst="line">
            <a:avLst/>
          </a:prstGeom>
          <a:ln w="28575"/>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12869604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19241"/>
          </a:xfrm>
        </p:spPr>
        <p:txBody>
          <a:bodyPr/>
          <a:lstStyle/>
          <a:p>
            <a:pPr marL="152400" algn="just">
              <a:lnSpc>
                <a:spcPct val="100000"/>
              </a:lnSpc>
              <a:spcBef>
                <a:spcPts val="0"/>
              </a:spcBef>
            </a:pPr>
            <a:r>
              <a:rPr lang="en-IN" sz="3200" b="1" dirty="0">
                <a:solidFill>
                  <a:schemeClr val="accent1">
                    <a:lumMod val="75000"/>
                  </a:schemeClr>
                </a:solidFill>
                <a:latin typeface="Times New Roman" panose="02020603050405020304" pitchFamily="18" charset="0"/>
                <a:cs typeface="Times New Roman" panose="02020603050405020304" pitchFamily="18" charset="0"/>
              </a:rPr>
              <a:t>TIMELINE</a:t>
            </a: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pPr>
                <a:defRPr/>
              </a:pPr>
              <a:t>11</a:t>
            </a:fld>
            <a:endParaRPr lang="en-US" altLang="en-US"/>
          </a:p>
        </p:txBody>
      </p:sp>
      <p:cxnSp>
        <p:nvCxnSpPr>
          <p:cNvPr id="6" name="Straight Connector 5">
            <a:extLst>
              <a:ext uri="{FF2B5EF4-FFF2-40B4-BE49-F238E27FC236}">
                <a16:creationId xmlns:a16="http://schemas.microsoft.com/office/drawing/2014/main" id="{765FA2B2-0DFA-39D4-3CBE-13DE7F7ACC49}"/>
              </a:ext>
            </a:extLst>
          </p:cNvPr>
          <p:cNvCxnSpPr/>
          <p:nvPr/>
        </p:nvCxnSpPr>
        <p:spPr>
          <a:xfrm>
            <a:off x="589935" y="1184366"/>
            <a:ext cx="11080955" cy="0"/>
          </a:xfrm>
          <a:prstGeom prst="line">
            <a:avLst/>
          </a:prstGeom>
          <a:ln w="28575"/>
        </p:spPr>
        <p:style>
          <a:lnRef idx="3">
            <a:schemeClr val="accent1"/>
          </a:lnRef>
          <a:fillRef idx="0">
            <a:schemeClr val="accent1"/>
          </a:fillRef>
          <a:effectRef idx="2">
            <a:schemeClr val="accent1"/>
          </a:effectRef>
          <a:fontRef idx="minor">
            <a:schemeClr val="tx1"/>
          </a:fontRef>
        </p:style>
      </p:cxnSp>
      <p:graphicFrame>
        <p:nvGraphicFramePr>
          <p:cNvPr id="7" name="Table 6">
            <a:extLst>
              <a:ext uri="{FF2B5EF4-FFF2-40B4-BE49-F238E27FC236}">
                <a16:creationId xmlns:a16="http://schemas.microsoft.com/office/drawing/2014/main" id="{A1E2158B-89A4-6FDC-3F28-A445E1126117}"/>
              </a:ext>
            </a:extLst>
          </p:cNvPr>
          <p:cNvGraphicFramePr>
            <a:graphicFrameLocks noGrp="1"/>
          </p:cNvGraphicFramePr>
          <p:nvPr>
            <p:extLst>
              <p:ext uri="{D42A27DB-BD31-4B8C-83A1-F6EECF244321}">
                <p14:modId xmlns:p14="http://schemas.microsoft.com/office/powerpoint/2010/main" val="415421764"/>
              </p:ext>
            </p:extLst>
          </p:nvPr>
        </p:nvGraphicFramePr>
        <p:xfrm>
          <a:off x="1465729" y="1306171"/>
          <a:ext cx="9520518" cy="4515972"/>
        </p:xfrm>
        <a:graphic>
          <a:graphicData uri="http://schemas.openxmlformats.org/drawingml/2006/table">
            <a:tbl>
              <a:tblPr firstRow="1">
                <a:tableStyleId>{3C2FFA5D-87B4-456A-9821-1D502468CF0F}</a:tableStyleId>
              </a:tblPr>
              <a:tblGrid>
                <a:gridCol w="2814820">
                  <a:extLst>
                    <a:ext uri="{9D8B030D-6E8A-4147-A177-3AD203B41FA5}">
                      <a16:colId xmlns:a16="http://schemas.microsoft.com/office/drawing/2014/main" val="2967209027"/>
                    </a:ext>
                  </a:extLst>
                </a:gridCol>
                <a:gridCol w="6705698">
                  <a:extLst>
                    <a:ext uri="{9D8B030D-6E8A-4147-A177-3AD203B41FA5}">
                      <a16:colId xmlns:a16="http://schemas.microsoft.com/office/drawing/2014/main" val="2082794973"/>
                    </a:ext>
                  </a:extLst>
                </a:gridCol>
              </a:tblGrid>
              <a:tr h="752662">
                <a:tc>
                  <a:txBody>
                    <a:bodyPr/>
                    <a:lstStyle/>
                    <a:p>
                      <a:pPr>
                        <a:buNone/>
                      </a:pPr>
                      <a:r>
                        <a:rPr lang="en-IN">
                          <a:latin typeface="Times New Roman" panose="02020603050405020304" pitchFamily="18" charset="0"/>
                          <a:cs typeface="Times New Roman" panose="02020603050405020304" pitchFamily="18" charset="0"/>
                        </a:rPr>
                        <a:t>Review</a:t>
                      </a:r>
                    </a:p>
                  </a:txBody>
                  <a:tcPr anchor="ctr">
                    <a:lnL w="9525" cap="flat" cmpd="sng" algn="ctr">
                      <a:noFill/>
                      <a:prstDash val="solid"/>
                    </a:lnL>
                    <a:lnR w="12700" cap="flat" cmpd="sng" algn="ctr">
                      <a:solidFill>
                        <a:schemeClr val="tx1"/>
                      </a:solidFill>
                      <a:prstDash val="solid"/>
                      <a:round/>
                      <a:headEnd type="none" w="med" len="med"/>
                      <a:tailEnd type="none" w="med" len="med"/>
                    </a:lnR>
                    <a:lnT w="9525" cap="flat" cmpd="sng" algn="ctr">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buNone/>
                      </a:pPr>
                      <a:r>
                        <a:rPr lang="en-IN" dirty="0">
                          <a:latin typeface="Times New Roman" panose="02020603050405020304" pitchFamily="18" charset="0"/>
                          <a:cs typeface="Times New Roman" panose="02020603050405020304" pitchFamily="18" charset="0"/>
                        </a:rPr>
                        <a:t>Planned Outcome</a:t>
                      </a:r>
                    </a:p>
                  </a:txBody>
                  <a:tcPr anchor="ctr">
                    <a:lnL w="12700" cap="flat" cmpd="sng" algn="ctr">
                      <a:solidFill>
                        <a:schemeClr val="tx1"/>
                      </a:solidFill>
                      <a:prstDash val="solid"/>
                      <a:round/>
                      <a:headEnd type="none" w="med" len="med"/>
                      <a:tailEnd type="none" w="med" len="med"/>
                    </a:lnL>
                    <a:lnR w="9525" cap="flat" cmpd="sng" algn="ctr">
                      <a:noFill/>
                      <a:prstDash val="solid"/>
                    </a:lnR>
                    <a:lnT w="9525" cap="flat" cmpd="sng" algn="ctr">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306710978"/>
                  </a:ext>
                </a:extLst>
              </a:tr>
              <a:tr h="752662">
                <a:tc>
                  <a:txBody>
                    <a:bodyPr/>
                    <a:lstStyle/>
                    <a:p>
                      <a:pPr>
                        <a:buNone/>
                      </a:pPr>
                      <a:r>
                        <a:rPr lang="en-IN" dirty="0">
                          <a:latin typeface="Times New Roman" panose="02020603050405020304" pitchFamily="18" charset="0"/>
                          <a:cs typeface="Times New Roman" panose="02020603050405020304" pitchFamily="18" charset="0"/>
                        </a:rPr>
                        <a:t>Review-1</a:t>
                      </a:r>
                    </a:p>
                  </a:txBody>
                  <a:tcPr anchor="ctr">
                    <a:lnL w="9525" cap="flat" cmpd="sng" algn="ctr">
                      <a:noFill/>
                      <a:prstDash val="soli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buNone/>
                      </a:pPr>
                      <a:r>
                        <a:rPr lang="en-IN" dirty="0">
                          <a:latin typeface="Times New Roman" panose="02020603050405020304" pitchFamily="18" charset="0"/>
                          <a:cs typeface="Times New Roman" panose="02020603050405020304" pitchFamily="18" charset="0"/>
                        </a:rPr>
                        <a:t>Problem analysis, literature survey, objectives</a:t>
                      </a:r>
                    </a:p>
                  </a:txBody>
                  <a:tcPr anchor="ctr">
                    <a:lnL w="12700" cap="flat" cmpd="sng" algn="ctr">
                      <a:solidFill>
                        <a:schemeClr val="tx1"/>
                      </a:solidFill>
                      <a:prstDash val="solid"/>
                      <a:round/>
                      <a:headEnd type="none" w="med" len="med"/>
                      <a:tailEnd type="none" w="med" len="med"/>
                    </a:lnL>
                    <a:lnR w="9525" cap="flat" cmpd="sng" algn="ctr">
                      <a:noFill/>
                      <a:prstDash val="soli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380511723"/>
                  </a:ext>
                </a:extLst>
              </a:tr>
              <a:tr h="752662">
                <a:tc>
                  <a:txBody>
                    <a:bodyPr/>
                    <a:lstStyle/>
                    <a:p>
                      <a:pPr>
                        <a:buNone/>
                      </a:pPr>
                      <a:r>
                        <a:rPr lang="en-IN">
                          <a:latin typeface="Times New Roman" panose="02020603050405020304" pitchFamily="18" charset="0"/>
                          <a:cs typeface="Times New Roman" panose="02020603050405020304" pitchFamily="18" charset="0"/>
                        </a:rPr>
                        <a:t>Review-2</a:t>
                      </a:r>
                    </a:p>
                  </a:txBody>
                  <a:tcPr anchor="ctr">
                    <a:lnL w="9525" cap="flat" cmpd="sng" algn="ctr">
                      <a:noFill/>
                      <a:prstDash val="soli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buNone/>
                      </a:pPr>
                      <a:r>
                        <a:rPr lang="en-IN">
                          <a:latin typeface="Times New Roman" panose="02020603050405020304" pitchFamily="18" charset="0"/>
                          <a:cs typeface="Times New Roman" panose="02020603050405020304" pitchFamily="18" charset="0"/>
                        </a:rPr>
                        <a:t>System design &amp; architecture</a:t>
                      </a:r>
                    </a:p>
                  </a:txBody>
                  <a:tcPr anchor="ctr">
                    <a:lnL w="12700" cap="flat" cmpd="sng" algn="ctr">
                      <a:solidFill>
                        <a:schemeClr val="tx1"/>
                      </a:solidFill>
                      <a:prstDash val="solid"/>
                      <a:round/>
                      <a:headEnd type="none" w="med" len="med"/>
                      <a:tailEnd type="none" w="med" len="med"/>
                    </a:lnL>
                    <a:lnR w="9525" cap="flat" cmpd="sng" algn="ctr">
                      <a:noFill/>
                      <a:prstDash val="soli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327215101"/>
                  </a:ext>
                </a:extLst>
              </a:tr>
              <a:tr h="752662">
                <a:tc>
                  <a:txBody>
                    <a:bodyPr/>
                    <a:lstStyle/>
                    <a:p>
                      <a:pPr>
                        <a:buNone/>
                      </a:pPr>
                      <a:r>
                        <a:rPr lang="en-IN">
                          <a:latin typeface="Times New Roman" panose="02020603050405020304" pitchFamily="18" charset="0"/>
                          <a:cs typeface="Times New Roman" panose="02020603050405020304" pitchFamily="18" charset="0"/>
                        </a:rPr>
                        <a:t>Review-3</a:t>
                      </a:r>
                    </a:p>
                  </a:txBody>
                  <a:tcPr anchor="ctr">
                    <a:lnL w="9525" cap="flat" cmpd="sng" algn="ctr">
                      <a:noFill/>
                      <a:prstDash val="soli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buNone/>
                      </a:pPr>
                      <a:r>
                        <a:rPr lang="en-IN" dirty="0">
                          <a:latin typeface="Times New Roman" panose="02020603050405020304" pitchFamily="18" charset="0"/>
                          <a:cs typeface="Times New Roman" panose="02020603050405020304" pitchFamily="18" charset="0"/>
                        </a:rPr>
                        <a:t>50% module implementation</a:t>
                      </a:r>
                    </a:p>
                  </a:txBody>
                  <a:tcPr anchor="ctr">
                    <a:lnL w="12700" cap="flat" cmpd="sng" algn="ctr">
                      <a:solidFill>
                        <a:schemeClr val="tx1"/>
                      </a:solidFill>
                      <a:prstDash val="solid"/>
                      <a:round/>
                      <a:headEnd type="none" w="med" len="med"/>
                      <a:tailEnd type="none" w="med" len="med"/>
                    </a:lnL>
                    <a:lnR w="9525" cap="flat" cmpd="sng" algn="ctr">
                      <a:noFill/>
                      <a:prstDash val="soli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588284935"/>
                  </a:ext>
                </a:extLst>
              </a:tr>
              <a:tr h="752662">
                <a:tc>
                  <a:txBody>
                    <a:bodyPr/>
                    <a:lstStyle/>
                    <a:p>
                      <a:pPr>
                        <a:buNone/>
                      </a:pPr>
                      <a:r>
                        <a:rPr lang="en-IN">
                          <a:latin typeface="Times New Roman" panose="02020603050405020304" pitchFamily="18" charset="0"/>
                          <a:cs typeface="Times New Roman" panose="02020603050405020304" pitchFamily="18" charset="0"/>
                        </a:rPr>
                        <a:t>Review-4</a:t>
                      </a:r>
                    </a:p>
                  </a:txBody>
                  <a:tcPr anchor="ctr">
                    <a:lnL w="9525" cap="flat" cmpd="sng" algn="ctr">
                      <a:noFill/>
                      <a:prstDash val="soli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buNone/>
                      </a:pPr>
                      <a:r>
                        <a:rPr lang="en-IN">
                          <a:latin typeface="Times New Roman" panose="02020603050405020304" pitchFamily="18" charset="0"/>
                          <a:cs typeface="Times New Roman" panose="02020603050405020304" pitchFamily="18" charset="0"/>
                        </a:rPr>
                        <a:t>80% system implementation</a:t>
                      </a:r>
                    </a:p>
                  </a:txBody>
                  <a:tcPr anchor="ctr">
                    <a:lnL w="12700" cap="flat" cmpd="sng" algn="ctr">
                      <a:solidFill>
                        <a:schemeClr val="tx1"/>
                      </a:solidFill>
                      <a:prstDash val="solid"/>
                      <a:round/>
                      <a:headEnd type="none" w="med" len="med"/>
                      <a:tailEnd type="none" w="med" len="med"/>
                    </a:lnL>
                    <a:lnR w="9525" cap="flat" cmpd="sng" algn="ctr">
                      <a:noFill/>
                      <a:prstDash val="soli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927274992"/>
                  </a:ext>
                </a:extLst>
              </a:tr>
              <a:tr h="752662">
                <a:tc>
                  <a:txBody>
                    <a:bodyPr/>
                    <a:lstStyle/>
                    <a:p>
                      <a:pPr>
                        <a:buNone/>
                      </a:pPr>
                      <a:r>
                        <a:rPr lang="en-IN">
                          <a:latin typeface="Times New Roman" panose="02020603050405020304" pitchFamily="18" charset="0"/>
                          <a:cs typeface="Times New Roman" panose="02020603050405020304" pitchFamily="18" charset="0"/>
                        </a:rPr>
                        <a:t>Final Viva</a:t>
                      </a:r>
                    </a:p>
                  </a:txBody>
                  <a:tcPr anchor="ctr">
                    <a:lnL w="9525" cap="flat" cmpd="sng" algn="ctr">
                      <a:noFill/>
                      <a:prstDash val="soli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noFill/>
                      <a:prstDash val="solid"/>
                    </a:lnB>
                    <a:lnTlToBr w="12700" cmpd="sng">
                      <a:noFill/>
                      <a:prstDash val="solid"/>
                    </a:lnTlToBr>
                    <a:lnBlToTr w="12700" cmpd="sng">
                      <a:noFill/>
                      <a:prstDash val="solid"/>
                    </a:lnBlToTr>
                  </a:tcPr>
                </a:tc>
                <a:tc>
                  <a:txBody>
                    <a:bodyPr/>
                    <a:lstStyle/>
                    <a:p>
                      <a:pPr>
                        <a:buNone/>
                      </a:pPr>
                      <a:r>
                        <a:rPr lang="en-US" dirty="0">
                          <a:latin typeface="Times New Roman" panose="02020603050405020304" pitchFamily="18" charset="0"/>
                          <a:cs typeface="Times New Roman" panose="02020603050405020304" pitchFamily="18" charset="0"/>
                        </a:rPr>
                        <a:t>Fully functional system + research paper</a:t>
                      </a:r>
                    </a:p>
                  </a:txBody>
                  <a:tcPr anchor="ctr">
                    <a:lnL w="12700" cap="flat" cmpd="sng" algn="ctr">
                      <a:solidFill>
                        <a:schemeClr val="tx1"/>
                      </a:solidFill>
                      <a:prstDash val="solid"/>
                      <a:round/>
                      <a:headEnd type="none" w="med" len="med"/>
                      <a:tailEnd type="none" w="med" len="med"/>
                    </a:lnL>
                    <a:lnR w="9525" cap="flat" cmpd="sng" algn="ctr">
                      <a:noFill/>
                      <a:prstDash val="solid"/>
                    </a:lnR>
                    <a:lnT w="12700" cap="flat" cmpd="sng" algn="ctr">
                      <a:solidFill>
                        <a:schemeClr val="tx1"/>
                      </a:solidFill>
                      <a:prstDash val="solid"/>
                      <a:round/>
                      <a:headEnd type="none" w="med" len="med"/>
                      <a:tailEnd type="none" w="med" len="med"/>
                    </a:lnT>
                    <a:lnB w="9525" cap="flat" cmpd="sng" algn="ctr">
                      <a:noFill/>
                      <a:prstDash val="solid"/>
                    </a:lnB>
                    <a:lnTlToBr w="12700" cmpd="sng">
                      <a:noFill/>
                      <a:prstDash val="solid"/>
                    </a:lnTlToBr>
                    <a:lnBlToTr w="12700" cmpd="sng">
                      <a:noFill/>
                      <a:prstDash val="solid"/>
                    </a:lnBlToTr>
                  </a:tcPr>
                </a:tc>
                <a:extLst>
                  <a:ext uri="{0D108BD9-81ED-4DB2-BD59-A6C34878D82A}">
                    <a16:rowId xmlns:a16="http://schemas.microsoft.com/office/drawing/2014/main" val="3099430512"/>
                  </a:ext>
                </a:extLst>
              </a:tr>
            </a:tbl>
          </a:graphicData>
        </a:graphic>
      </p:graphicFrame>
    </p:spTree>
    <p:extLst>
      <p:ext uri="{BB962C8B-B14F-4D97-AF65-F5344CB8AC3E}">
        <p14:creationId xmlns:p14="http://schemas.microsoft.com/office/powerpoint/2010/main" val="224665217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596311"/>
          </a:xfrm>
        </p:spPr>
        <p:txBody>
          <a:bodyPr/>
          <a:lstStyle/>
          <a:p>
            <a:r>
              <a:rPr lang="en-US" sz="3200" b="1" dirty="0">
                <a:solidFill>
                  <a:srgbClr val="0070C0"/>
                </a:solidFill>
                <a:latin typeface="Times New Roman" panose="02020603050405020304" pitchFamily="18" charset="0"/>
                <a:cs typeface="Times New Roman" panose="02020603050405020304" pitchFamily="18" charset="0"/>
              </a:rPr>
              <a:t>Project Road Map</a:t>
            </a: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pPr>
                <a:defRPr/>
              </a:pPr>
              <a:t>12</a:t>
            </a:fld>
            <a:endParaRPr lang="en-US" altLang="en-US"/>
          </a:p>
        </p:txBody>
      </p:sp>
      <p:graphicFrame>
        <p:nvGraphicFramePr>
          <p:cNvPr id="8" name="Content Placeholder 7"/>
          <p:cNvGraphicFramePr>
            <a:graphicFrameLocks noGrp="1"/>
          </p:cNvGraphicFramePr>
          <p:nvPr>
            <p:ph idx="1"/>
            <p:extLst>
              <p:ext uri="{D42A27DB-BD31-4B8C-83A1-F6EECF244321}">
                <p14:modId xmlns:p14="http://schemas.microsoft.com/office/powerpoint/2010/main" val="2088914662"/>
              </p:ext>
            </p:extLst>
          </p:nvPr>
        </p:nvGraphicFramePr>
        <p:xfrm>
          <a:off x="838200" y="1210491"/>
          <a:ext cx="10515600" cy="405819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49710023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596311"/>
          </a:xfrm>
        </p:spPr>
        <p:txBody>
          <a:bodyPr/>
          <a:lstStyle/>
          <a:p>
            <a:r>
              <a:rPr lang="en-US" sz="3200" b="1" dirty="0">
                <a:solidFill>
                  <a:srgbClr val="0070C0"/>
                </a:solidFill>
                <a:latin typeface="Times New Roman" panose="02020603050405020304" pitchFamily="18" charset="0"/>
                <a:cs typeface="Times New Roman" panose="02020603050405020304" pitchFamily="18" charset="0"/>
              </a:rPr>
              <a:t>Github Link</a:t>
            </a: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pPr>
                <a:defRPr/>
              </a:pPr>
              <a:t>13</a:t>
            </a:fld>
            <a:endParaRPr lang="en-US" altLang="en-US"/>
          </a:p>
        </p:txBody>
      </p:sp>
      <p:sp>
        <p:nvSpPr>
          <p:cNvPr id="5" name="TextBox 4">
            <a:extLst>
              <a:ext uri="{FF2B5EF4-FFF2-40B4-BE49-F238E27FC236}">
                <a16:creationId xmlns:a16="http://schemas.microsoft.com/office/drawing/2014/main" id="{29FD7293-128E-FC06-FDCB-11AD4F8F6094}"/>
              </a:ext>
            </a:extLst>
          </p:cNvPr>
          <p:cNvSpPr txBox="1"/>
          <p:nvPr/>
        </p:nvSpPr>
        <p:spPr>
          <a:xfrm>
            <a:off x="1087821" y="1764868"/>
            <a:ext cx="10265979" cy="646331"/>
          </a:xfrm>
          <a:prstGeom prst="rect">
            <a:avLst/>
          </a:prstGeom>
          <a:noFill/>
        </p:spPr>
        <p:txBody>
          <a:bodyPr wrap="square" rtlCol="0">
            <a:spAutoFit/>
          </a:bodyPr>
          <a:lstStyle/>
          <a:p>
            <a:r>
              <a:rPr lang="en-IN" dirty="0">
                <a:latin typeface="Times New Roman" panose="02020603050405020304" pitchFamily="18" charset="0"/>
                <a:cs typeface="Times New Roman" panose="02020603050405020304" pitchFamily="18" charset="0"/>
                <a:hlinkClick r:id="rId2"/>
              </a:rPr>
              <a:t>https://github.com/Mamatha599/CSE_104-Internship-Industrial-Training-with-Placement-Opportunity_University_Project</a:t>
            </a:r>
            <a:r>
              <a:rPr lang="en-IN" dirty="0">
                <a:latin typeface="Times New Roman" panose="02020603050405020304" pitchFamily="18" charset="0"/>
                <a:cs typeface="Times New Roman" panose="02020603050405020304" pitchFamily="18" charset="0"/>
              </a:rPr>
              <a:t>    </a:t>
            </a:r>
          </a:p>
        </p:txBody>
      </p:sp>
      <p:sp>
        <p:nvSpPr>
          <p:cNvPr id="6" name="TextBox 5">
            <a:extLst>
              <a:ext uri="{FF2B5EF4-FFF2-40B4-BE49-F238E27FC236}">
                <a16:creationId xmlns:a16="http://schemas.microsoft.com/office/drawing/2014/main" id="{D5927C91-CED0-5130-783F-8903D5CCE949}"/>
              </a:ext>
            </a:extLst>
          </p:cNvPr>
          <p:cNvSpPr txBox="1"/>
          <p:nvPr/>
        </p:nvSpPr>
        <p:spPr>
          <a:xfrm>
            <a:off x="1087821" y="1340069"/>
            <a:ext cx="2569779" cy="369332"/>
          </a:xfrm>
          <a:prstGeom prst="rect">
            <a:avLst/>
          </a:prstGeom>
          <a:noFill/>
        </p:spPr>
        <p:txBody>
          <a:bodyPr wrap="square" rtlCol="0">
            <a:spAutoFit/>
          </a:bodyPr>
          <a:lstStyle/>
          <a:p>
            <a:r>
              <a:rPr lang="en-US" dirty="0" err="1">
                <a:latin typeface="Times New Roman" panose="02020603050405020304" pitchFamily="18" charset="0"/>
                <a:cs typeface="Times New Roman" panose="02020603050405020304" pitchFamily="18" charset="0"/>
              </a:rPr>
              <a:t>Github</a:t>
            </a:r>
            <a:r>
              <a:rPr lang="en-US" dirty="0">
                <a:latin typeface="Times New Roman" panose="02020603050405020304" pitchFamily="18" charset="0"/>
                <a:cs typeface="Times New Roman" panose="02020603050405020304" pitchFamily="18" charset="0"/>
              </a:rPr>
              <a:t> Link : </a:t>
            </a:r>
          </a:p>
        </p:txBody>
      </p:sp>
      <p:pic>
        <p:nvPicPr>
          <p:cNvPr id="8" name="Picture 7" descr="A qr code on a white background&#10;&#10;AI-generated content may be incorrect.">
            <a:extLst>
              <a:ext uri="{FF2B5EF4-FFF2-40B4-BE49-F238E27FC236}">
                <a16:creationId xmlns:a16="http://schemas.microsoft.com/office/drawing/2014/main" id="{62AAB989-BE6F-1253-F8A7-FC550F5689E9}"/>
              </a:ext>
            </a:extLst>
          </p:cNvPr>
          <p:cNvPicPr>
            <a:picLocks noChangeAspect="1"/>
          </p:cNvPicPr>
          <p:nvPr/>
        </p:nvPicPr>
        <p:blipFill>
          <a:blip r:embed="rId3"/>
          <a:stretch>
            <a:fillRect/>
          </a:stretch>
        </p:blipFill>
        <p:spPr>
          <a:xfrm>
            <a:off x="4373221" y="2411199"/>
            <a:ext cx="3695177" cy="3311526"/>
          </a:xfrm>
          <a:prstGeom prst="rect">
            <a:avLst/>
          </a:prstGeom>
        </p:spPr>
      </p:pic>
    </p:spTree>
    <p:extLst>
      <p:ext uri="{BB962C8B-B14F-4D97-AF65-F5344CB8AC3E}">
        <p14:creationId xmlns:p14="http://schemas.microsoft.com/office/powerpoint/2010/main" val="295621377"/>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12192000" cy="6858000"/>
          </a:xfrm>
          <a:solidFill>
            <a:schemeClr val="accent1">
              <a:lumMod val="50000"/>
            </a:schemeClr>
          </a:solidFill>
        </p:spPr>
        <p:txBody>
          <a:bodyPr/>
          <a:lstStyle/>
          <a:p>
            <a:pPr marL="0" indent="0" algn="ctr">
              <a:buNone/>
            </a:pPr>
            <a:endParaRPr lang="en-US" sz="6600" dirty="0">
              <a:solidFill>
                <a:srgbClr val="FFFF00"/>
              </a:solidFill>
              <a:latin typeface="Times New Roman" panose="02020603050405020304" pitchFamily="18" charset="0"/>
              <a:cs typeface="Times New Roman" panose="02020603050405020304" pitchFamily="18" charset="0"/>
            </a:endParaRPr>
          </a:p>
          <a:p>
            <a:pPr marL="0" indent="0" algn="ctr">
              <a:buNone/>
            </a:pPr>
            <a:r>
              <a:rPr lang="en-US" sz="6600" dirty="0">
                <a:solidFill>
                  <a:srgbClr val="FFFF00"/>
                </a:solidFill>
                <a:latin typeface="Times New Roman" panose="02020603050405020304" pitchFamily="18" charset="0"/>
                <a:cs typeface="Times New Roman" panose="02020603050405020304" pitchFamily="18" charset="0"/>
              </a:rPr>
              <a:t>  </a:t>
            </a:r>
            <a:r>
              <a:rPr lang="en-US" sz="6600" dirty="0">
                <a:solidFill>
                  <a:schemeClr val="accent2">
                    <a:lumMod val="40000"/>
                    <a:lumOff val="60000"/>
                  </a:schemeClr>
                </a:solidFill>
                <a:latin typeface="Times New Roman" panose="02020603050405020304" pitchFamily="18" charset="0"/>
                <a:cs typeface="Times New Roman" panose="02020603050405020304" pitchFamily="18" charset="0"/>
              </a:rPr>
              <a:t>Q&amp;A</a:t>
            </a:r>
          </a:p>
          <a:p>
            <a:pPr marL="0" indent="0" algn="ctr">
              <a:buNone/>
            </a:pPr>
            <a:endParaRPr lang="en-US" sz="6600" dirty="0">
              <a:solidFill>
                <a:srgbClr val="A71180"/>
              </a:solidFill>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latin typeface="Times New Roman" panose="02020603050405020304" pitchFamily="18" charset="0"/>
                <a:cs typeface="Times New Roman" panose="02020603050405020304" pitchFamily="18" charset="0"/>
              </a:rPr>
              <a:pPr>
                <a:defRPr/>
              </a:pPr>
              <a:t>14</a:t>
            </a:fld>
            <a:endParaRPr lang="en-US" altLang="en-US">
              <a:latin typeface="Times New Roman" panose="02020603050405020304" pitchFamily="18" charset="0"/>
              <a:cs typeface="Times New Roman" panose="02020603050405020304" pitchFamily="18" charset="0"/>
            </a:endParaRPr>
          </a:p>
        </p:txBody>
      </p:sp>
      <p:pic>
        <p:nvPicPr>
          <p:cNvPr id="5" name="Picture 7" descr="bd04924_"/>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005253" y="2150340"/>
            <a:ext cx="2841170" cy="38324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9754658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2547258"/>
            <a:ext cx="10515600" cy="1214846"/>
          </a:xfrm>
        </p:spPr>
        <p:txBody>
          <a:bodyPr/>
          <a:lstStyle/>
          <a:p>
            <a:pPr marL="0" indent="0" algn="ctr">
              <a:buNone/>
            </a:pPr>
            <a:r>
              <a:rPr lang="en-US" sz="6600" dirty="0">
                <a:solidFill>
                  <a:srgbClr val="A71180"/>
                </a:solidFill>
                <a:latin typeface="Times New Roman" panose="02020603050405020304" pitchFamily="18" charset="0"/>
                <a:cs typeface="Times New Roman" panose="02020603050405020304" pitchFamily="18" charset="0"/>
              </a:rPr>
              <a:t>Thank you !!</a:t>
            </a: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pPr>
                <a:defRPr/>
              </a:pPr>
              <a:t>15</a:t>
            </a:fld>
            <a:endParaRPr lang="en-US" altLang="en-US"/>
          </a:p>
        </p:txBody>
      </p:sp>
    </p:spTree>
    <p:extLst>
      <p:ext uri="{BB962C8B-B14F-4D97-AF65-F5344CB8AC3E}">
        <p14:creationId xmlns:p14="http://schemas.microsoft.com/office/powerpoint/2010/main" val="69660596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7159</TotalTime>
  <Words>792</Words>
  <Application>Microsoft Office PowerPoint</Application>
  <PresentationFormat>Widescreen</PresentationFormat>
  <Paragraphs>154</Paragraphs>
  <Slides>15</Slides>
  <Notes>2</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15</vt:i4>
      </vt:variant>
    </vt:vector>
  </HeadingPairs>
  <TitlesOfParts>
    <vt:vector size="23" baseType="lpstr">
      <vt:lpstr>Arial</vt:lpstr>
      <vt:lpstr>Calibri</vt:lpstr>
      <vt:lpstr>Calibri Light</vt:lpstr>
      <vt:lpstr>Cambria</vt:lpstr>
      <vt:lpstr>Times New Roman</vt:lpstr>
      <vt:lpstr>Verdana</vt:lpstr>
      <vt:lpstr>Wingdings</vt:lpstr>
      <vt:lpstr>Office Theme</vt:lpstr>
      <vt:lpstr>PowerPoint Presentation</vt:lpstr>
      <vt:lpstr>Content</vt:lpstr>
      <vt:lpstr>ABSTRACT</vt:lpstr>
      <vt:lpstr>LITERATURE SURVEY</vt:lpstr>
      <vt:lpstr>OBJECTIVES</vt:lpstr>
      <vt:lpstr>EXISTING METHODS AND DRAWBACKS</vt:lpstr>
      <vt:lpstr>PROPOSED METHOD &amp; FEASIBILITY STUDY</vt:lpstr>
      <vt:lpstr>ARCHITECTURE DIAGRAM</vt:lpstr>
      <vt:lpstr>MODULES</vt:lpstr>
      <vt:lpstr>HARDWARE AND SOFTWARE DETAILS</vt:lpstr>
      <vt:lpstr>TIMELINE</vt:lpstr>
      <vt:lpstr>Project Road Map</vt:lpstr>
      <vt:lpstr>Github Link</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Gopalakrishnan N-Asst. Prof-CIV</dc:creator>
  <cp:lastModifiedBy>Manjunatha M</cp:lastModifiedBy>
  <cp:revision>719</cp:revision>
  <dcterms:created xsi:type="dcterms:W3CDTF">2022-10-14T07:18:17Z</dcterms:created>
  <dcterms:modified xsi:type="dcterms:W3CDTF">2026-02-01T17:17:12Z</dcterms:modified>
</cp:coreProperties>
</file>